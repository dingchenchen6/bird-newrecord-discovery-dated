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6578600" cy="44958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328680" y="164880"/>
            <a:ext cx="5919840" cy="690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328680" y="967680"/>
            <a:ext cx="5919840" cy="2398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6578640" cy="4496040"/>
          </a:xfrm>
          <a:custGeom>
            <a:avLst/>
            <a:gdLst/>
            <a:ahLst/>
            <a:rect l="0" t="0" r="r" b="b"/>
            <a:pathLst>
              <a:path w="18274" h="12489">
                <a:moveTo>
                  <a:pt x="0" y="0"/>
                </a:moveTo>
                <a:lnTo>
                  <a:pt x="18274" y="0"/>
                </a:lnTo>
                <a:lnTo>
                  <a:pt x="18274" y="12489"/>
                </a:lnTo>
                <a:lnTo>
                  <a:pt x="0" y="1248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6578640" cy="4496040"/>
          </a:xfrm>
          <a:custGeom>
            <a:avLst/>
            <a:gdLst/>
            <a:ahLst/>
            <a:rect l="0" t="0" r="r" b="b"/>
            <a:pathLst>
              <a:path w="18274" h="12489">
                <a:moveTo>
                  <a:pt x="0" y="0"/>
                </a:moveTo>
                <a:lnTo>
                  <a:pt x="18274" y="0"/>
                </a:lnTo>
                <a:lnTo>
                  <a:pt x="18274" y="12489"/>
                </a:lnTo>
                <a:lnTo>
                  <a:pt x="0" y="1248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3320">
            <a:solidFill>
              <a:srgbClr val="FFFFFF"/>
            </a:solidFill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25200" y="1961640"/>
            <a:ext cx="6528240" cy="2509200"/>
          </a:xfrm>
          <a:custGeom>
            <a:avLst/>
            <a:gdLst/>
            <a:ahLst/>
            <a:rect l="0" t="0" r="r" b="b"/>
            <a:pathLst>
              <a:path w="18134" h="6970">
                <a:moveTo>
                  <a:pt x="0" y="0"/>
                </a:moveTo>
                <a:lnTo>
                  <a:pt x="18134" y="0"/>
                </a:lnTo>
                <a:lnTo>
                  <a:pt x="18134" y="6970"/>
                </a:lnTo>
                <a:lnTo>
                  <a:pt x="0" y="697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8280">
            <a:solidFill>
              <a:srgbClr val="FFFFFF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25200" y="25200"/>
            <a:ext cx="2796840" cy="1936800"/>
          </a:xfrm>
          <a:custGeom>
            <a:avLst/>
            <a:gdLst/>
            <a:ahLst/>
            <a:rect l="0" t="0" r="r" b="b"/>
            <a:pathLst>
              <a:path w="7769" h="5380">
                <a:moveTo>
                  <a:pt x="0" y="0"/>
                </a:moveTo>
                <a:lnTo>
                  <a:pt x="7769" y="0"/>
                </a:lnTo>
                <a:lnTo>
                  <a:pt x="7769" y="5380"/>
                </a:lnTo>
                <a:lnTo>
                  <a:pt x="0" y="53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8280">
            <a:solidFill>
              <a:srgbClr val="FFFFFF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2821680" y="25200"/>
            <a:ext cx="3731760" cy="1936800"/>
          </a:xfrm>
          <a:custGeom>
            <a:avLst/>
            <a:gdLst/>
            <a:ahLst/>
            <a:rect l="0" t="0" r="r" b="b"/>
            <a:pathLst>
              <a:path w="10366" h="5380">
                <a:moveTo>
                  <a:pt x="0" y="0"/>
                </a:moveTo>
                <a:lnTo>
                  <a:pt x="10366" y="0"/>
                </a:lnTo>
                <a:lnTo>
                  <a:pt x="10366" y="5380"/>
                </a:lnTo>
                <a:lnTo>
                  <a:pt x="0" y="538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8280">
            <a:solidFill>
              <a:srgbClr val="FFFFFF"/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435960" y="367560"/>
            <a:ext cx="2322720" cy="1272240"/>
          </a:xfrm>
          <a:custGeom>
            <a:avLst/>
            <a:gdLst/>
            <a:ahLst/>
            <a:rect l="0" t="0" r="r" b="b"/>
            <a:pathLst>
              <a:path w="6452" h="3534">
                <a:moveTo>
                  <a:pt x="0" y="0"/>
                </a:moveTo>
                <a:lnTo>
                  <a:pt x="6452" y="0"/>
                </a:lnTo>
                <a:lnTo>
                  <a:pt x="6452" y="3534"/>
                </a:lnTo>
                <a:lnTo>
                  <a:pt x="0" y="353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1463040" y="13928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1463040" y="13928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2"/>
                  <a:pt x="0" y="82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1443600" y="134172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1443600" y="134172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6"/>
                </a:moveTo>
                <a:cubicBezTo>
                  <a:pt x="72" y="83"/>
                  <a:pt x="0" y="83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1475280" y="133560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2"/>
                  <a:pt x="72" y="-12"/>
                  <a:pt x="72" y="35"/>
                </a:cubicBezTo>
                <a:cubicBezTo>
                  <a:pt x="72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1475280" y="133560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2"/>
                  <a:pt x="0" y="82"/>
                  <a:pt x="0" y="35"/>
                </a:cubicBezTo>
                <a:cubicBezTo>
                  <a:pt x="0" y="-12"/>
                  <a:pt x="72" y="-12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1611360" y="11599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1611360" y="11599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1603080" y="10634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1603080" y="10634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2"/>
                  <a:pt x="0" y="82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1743480" y="121716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1743480" y="121716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1775880" y="109404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2"/>
                  <a:pt x="72" y="-12"/>
                  <a:pt x="72" y="35"/>
                </a:cubicBezTo>
                <a:cubicBezTo>
                  <a:pt x="72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1775880" y="109404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3"/>
                  <a:pt x="0" y="83"/>
                  <a:pt x="0" y="35"/>
                </a:cubicBezTo>
                <a:cubicBezTo>
                  <a:pt x="0" y="-12"/>
                  <a:pt x="72" y="-12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1767600" y="13082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1767600" y="13082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1838880" y="96192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1838880" y="96192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6"/>
                </a:moveTo>
                <a:cubicBezTo>
                  <a:pt x="72" y="83"/>
                  <a:pt x="0" y="83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1843200" y="1123920"/>
            <a:ext cx="25920" cy="25920"/>
          </a:xfrm>
          <a:custGeom>
            <a:avLst/>
            <a:gdLst/>
            <a:ahLst/>
            <a:rect l="0" t="0" r="r" b="b"/>
            <a:pathLst>
              <a:path w="72" h="72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1843200" y="1123920"/>
            <a:ext cx="25920" cy="25920"/>
          </a:xfrm>
          <a:custGeom>
            <a:avLst/>
            <a:gdLst/>
            <a:ahLst/>
            <a:rect l="0" t="0" r="r" b="b"/>
            <a:pathLst>
              <a:path fill="none" w="72" h="72">
                <a:moveTo>
                  <a:pt x="72" y="36"/>
                </a:moveTo>
                <a:cubicBezTo>
                  <a:pt x="72" y="84"/>
                  <a:pt x="0" y="84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1917360" y="9734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1917360" y="9734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1920960" y="97308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1920960" y="97308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6"/>
                </a:moveTo>
                <a:cubicBezTo>
                  <a:pt x="72" y="83"/>
                  <a:pt x="0" y="83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1808640" y="112032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1808640" y="112032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1829520" y="9968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1829520" y="9968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1864800" y="99324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1864800" y="99324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1953720" y="81540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1953720" y="81540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1989720" y="1046880"/>
            <a:ext cx="25920" cy="25920"/>
          </a:xfrm>
          <a:custGeom>
            <a:avLst/>
            <a:gdLst/>
            <a:ahLst/>
            <a:rect l="0" t="0" r="r" b="b"/>
            <a:pathLst>
              <a:path w="72" h="72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1989720" y="1046880"/>
            <a:ext cx="25920" cy="25920"/>
          </a:xfrm>
          <a:custGeom>
            <a:avLst/>
            <a:gdLst/>
            <a:ahLst/>
            <a:rect l="0" t="0" r="r" b="b"/>
            <a:pathLst>
              <a:path fill="none" w="72" h="72">
                <a:moveTo>
                  <a:pt x="72" y="36"/>
                </a:moveTo>
                <a:cubicBezTo>
                  <a:pt x="72" y="84"/>
                  <a:pt x="0" y="84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1969920" y="91656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2"/>
                  <a:pt x="72" y="-12"/>
                  <a:pt x="72" y="35"/>
                </a:cubicBezTo>
                <a:cubicBezTo>
                  <a:pt x="72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1969920" y="91656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3"/>
                  <a:pt x="0" y="83"/>
                  <a:pt x="0" y="35"/>
                </a:cubicBezTo>
                <a:cubicBezTo>
                  <a:pt x="0" y="-12"/>
                  <a:pt x="72" y="-12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1979280" y="10414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1979280" y="10414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2021400" y="9280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2021400" y="9280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2080440" y="102456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2080440" y="102456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2190600" y="118512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2"/>
                  <a:pt x="0" y="82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2190600" y="118512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6"/>
                </a:moveTo>
                <a:cubicBezTo>
                  <a:pt x="72" y="82"/>
                  <a:pt x="0" y="82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1111680" y="13474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1111680" y="13474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930960" y="13723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930960" y="13723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833760" y="137484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2"/>
                  <a:pt x="72" y="-12"/>
                  <a:pt x="72" y="35"/>
                </a:cubicBezTo>
                <a:cubicBezTo>
                  <a:pt x="72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833760" y="137484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3"/>
                  <a:pt x="0" y="83"/>
                  <a:pt x="0" y="35"/>
                </a:cubicBezTo>
                <a:cubicBezTo>
                  <a:pt x="0" y="-12"/>
                  <a:pt x="72" y="-12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765000" y="14288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>
            <a:off x="765000" y="14288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1001520" y="145260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1001520" y="145260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1010880" y="126900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1010880" y="126900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1095120" y="13780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1095120" y="13780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2"/>
                  <a:pt x="0" y="82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914760" y="15076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914760" y="15076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1113840" y="12546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>
            <a:off x="1113840" y="12546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983520" y="142380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983520" y="142380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789840" y="13096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789840" y="13096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2"/>
                  <a:pt x="0" y="82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/>
          <p:nvPr/>
        </p:nvSpPr>
        <p:spPr>
          <a:xfrm>
            <a:off x="974520" y="14320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1"/>
                  <a:pt x="71" y="-11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974520" y="14320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1"/>
                  <a:pt x="71" y="-11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>
            <a:off x="1021320" y="12974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1021320" y="12974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1176480" y="119340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1176480" y="119340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1198080" y="12492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1198080" y="12492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1357560" y="12355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1357560" y="12355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2"/>
                  <a:pt x="0" y="82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1315080" y="10674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1315080" y="10674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1361880" y="10843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1361880" y="10843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1330560" y="127188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1330560" y="127188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1478160" y="117108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2"/>
                  <a:pt x="72" y="-12"/>
                  <a:pt x="72" y="35"/>
                </a:cubicBezTo>
                <a:cubicBezTo>
                  <a:pt x="72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1478160" y="117108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3"/>
                  <a:pt x="0" y="83"/>
                  <a:pt x="0" y="35"/>
                </a:cubicBezTo>
                <a:cubicBezTo>
                  <a:pt x="0" y="-12"/>
                  <a:pt x="72" y="-12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1631880" y="1045080"/>
            <a:ext cx="25920" cy="25920"/>
          </a:xfrm>
          <a:custGeom>
            <a:avLst/>
            <a:gdLst/>
            <a:ahLst/>
            <a:rect l="0" t="0" r="r" b="b"/>
            <a:pathLst>
              <a:path w="72" h="72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1631880" y="1045080"/>
            <a:ext cx="25920" cy="25920"/>
          </a:xfrm>
          <a:custGeom>
            <a:avLst/>
            <a:gdLst/>
            <a:ahLst/>
            <a:rect l="0" t="0" r="r" b="b"/>
            <a:pathLst>
              <a:path fill="none" w="72" h="72">
                <a:moveTo>
                  <a:pt x="72" y="36"/>
                </a:moveTo>
                <a:cubicBezTo>
                  <a:pt x="72" y="84"/>
                  <a:pt x="0" y="84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/>
          <p:nvPr/>
        </p:nvSpPr>
        <p:spPr>
          <a:xfrm>
            <a:off x="1736640" y="11869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1736640" y="11869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1949400" y="10890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1949400" y="10890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646200" y="13572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1"/>
                  <a:pt x="71" y="-11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646200" y="13572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1"/>
                  <a:pt x="71" y="-11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942480" y="12672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2"/>
                  <a:pt x="0" y="82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942480" y="12672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2"/>
                  <a:pt x="0" y="82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891000" y="12362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891000" y="12362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725760" y="131580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2"/>
                  <a:pt x="0" y="82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725760" y="131580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6"/>
                </a:moveTo>
                <a:cubicBezTo>
                  <a:pt x="72" y="82"/>
                  <a:pt x="0" y="82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528840" y="138672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2"/>
                  <a:pt x="72" y="-12"/>
                  <a:pt x="72" y="35"/>
                </a:cubicBezTo>
                <a:cubicBezTo>
                  <a:pt x="72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528840" y="138672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2"/>
                  <a:pt x="0" y="82"/>
                  <a:pt x="0" y="35"/>
                </a:cubicBezTo>
                <a:cubicBezTo>
                  <a:pt x="0" y="-12"/>
                  <a:pt x="72" y="-12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973080" y="123876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973080" y="123876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857880" y="12632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857880" y="12632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2"/>
                  <a:pt x="0" y="82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571320" y="148104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2"/>
                  <a:pt x="72" y="-12"/>
                  <a:pt x="72" y="35"/>
                </a:cubicBezTo>
                <a:cubicBezTo>
                  <a:pt x="72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571320" y="148104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3"/>
                  <a:pt x="0" y="83"/>
                  <a:pt x="0" y="35"/>
                </a:cubicBezTo>
                <a:cubicBezTo>
                  <a:pt x="0" y="-12"/>
                  <a:pt x="72" y="-12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792720" y="135000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792720" y="135000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684000" y="14086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1"/>
                  <a:pt x="71" y="-11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684000" y="14086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1"/>
                  <a:pt x="71" y="-11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883800" y="128916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2"/>
                  <a:pt x="0" y="82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883800" y="128916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2"/>
                  <a:pt x="0" y="82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1015920" y="117756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1015920" y="117756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1032480" y="12358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1032480" y="12358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1121400" y="105336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1121400" y="105336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1143000" y="108216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2"/>
                  <a:pt x="72" y="-12"/>
                  <a:pt x="72" y="35"/>
                </a:cubicBezTo>
                <a:cubicBezTo>
                  <a:pt x="72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1143000" y="108216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3"/>
                  <a:pt x="0" y="83"/>
                  <a:pt x="0" y="35"/>
                </a:cubicBezTo>
                <a:cubicBezTo>
                  <a:pt x="0" y="-12"/>
                  <a:pt x="72" y="-12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1255680" y="115056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1"/>
                  <a:pt x="71" y="-11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1255680" y="115056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1"/>
                  <a:pt x="71" y="-11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1365480" y="11358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1365480" y="11358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1402560" y="111132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1402560" y="111132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6"/>
                </a:moveTo>
                <a:cubicBezTo>
                  <a:pt x="72" y="83"/>
                  <a:pt x="0" y="83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1380600" y="128556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1380600" y="128556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1507320" y="11322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1507320" y="11322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1585800" y="11383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1585800" y="11383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2"/>
                  <a:pt x="0" y="82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1740240" y="112536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1740240" y="112536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2"/>
                  <a:pt x="0" y="82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1884600" y="12319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1884600" y="12319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1516680" y="129852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1516680" y="129852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1528200" y="13392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2"/>
                  <a:pt x="0" y="82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1528200" y="13392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2"/>
                  <a:pt x="0" y="82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1429920" y="136836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1429920" y="136836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1574280" y="127008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2"/>
                  <a:pt x="72" y="-12"/>
                  <a:pt x="72" y="35"/>
                </a:cubicBezTo>
                <a:cubicBezTo>
                  <a:pt x="72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1574280" y="127008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3"/>
                  <a:pt x="0" y="83"/>
                  <a:pt x="0" y="35"/>
                </a:cubicBezTo>
                <a:cubicBezTo>
                  <a:pt x="0" y="-12"/>
                  <a:pt x="72" y="-12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1745640" y="12913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1745640" y="12913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2"/>
                  <a:pt x="0" y="82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1513800" y="1225440"/>
            <a:ext cx="25920" cy="25920"/>
          </a:xfrm>
          <a:custGeom>
            <a:avLst/>
            <a:gdLst/>
            <a:ahLst/>
            <a:rect l="0" t="0" r="r" b="b"/>
            <a:pathLst>
              <a:path w="72" h="72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1513800" y="1225440"/>
            <a:ext cx="25920" cy="25920"/>
          </a:xfrm>
          <a:custGeom>
            <a:avLst/>
            <a:gdLst/>
            <a:ahLst/>
            <a:rect l="0" t="0" r="r" b="b"/>
            <a:pathLst>
              <a:path fill="none" w="72" h="72">
                <a:moveTo>
                  <a:pt x="72" y="36"/>
                </a:moveTo>
                <a:cubicBezTo>
                  <a:pt x="72" y="84"/>
                  <a:pt x="0" y="84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1776600" y="12481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1776600" y="12481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1744200" y="124956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2"/>
                  <a:pt x="72" y="-12"/>
                  <a:pt x="72" y="35"/>
                </a:cubicBezTo>
                <a:cubicBezTo>
                  <a:pt x="72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1744200" y="124956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3"/>
                  <a:pt x="0" y="83"/>
                  <a:pt x="0" y="35"/>
                </a:cubicBezTo>
                <a:cubicBezTo>
                  <a:pt x="0" y="-12"/>
                  <a:pt x="72" y="-12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1948680" y="11088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1948680" y="11088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1926720" y="101628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2"/>
                  <a:pt x="0" y="82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1926720" y="101628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6"/>
                </a:moveTo>
                <a:cubicBezTo>
                  <a:pt x="72" y="82"/>
                  <a:pt x="0" y="82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1964160" y="10789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1964160" y="10789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1951560" y="99756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1951560" y="99756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1946880" y="9910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1946880" y="9910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1958040" y="9151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1958040" y="9151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2008440" y="9241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2008440" y="9241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2034720" y="98424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2034720" y="98424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6"/>
                </a:moveTo>
                <a:cubicBezTo>
                  <a:pt x="72" y="83"/>
                  <a:pt x="0" y="83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2088000" y="10357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2088000" y="10357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2039400" y="91512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2"/>
                  <a:pt x="72" y="-12"/>
                  <a:pt x="72" y="35"/>
                </a:cubicBezTo>
                <a:cubicBezTo>
                  <a:pt x="72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2039400" y="91512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2"/>
                  <a:pt x="0" y="82"/>
                  <a:pt x="0" y="35"/>
                </a:cubicBezTo>
                <a:cubicBezTo>
                  <a:pt x="0" y="-12"/>
                  <a:pt x="72" y="-12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2022840" y="7880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2022840" y="7880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2100600" y="8380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2100600" y="8380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2"/>
                  <a:pt x="0" y="82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2208240" y="10522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2208240" y="10522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2"/>
                  <a:pt x="0" y="82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2299680" y="10825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2299680" y="10825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982080" y="136584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982080" y="136584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6"/>
                </a:moveTo>
                <a:cubicBezTo>
                  <a:pt x="72" y="83"/>
                  <a:pt x="0" y="83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936360" y="139824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936360" y="139824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747720" y="12816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747720" y="12816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848160" y="144828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2"/>
                  <a:pt x="72" y="-12"/>
                  <a:pt x="72" y="35"/>
                </a:cubicBezTo>
                <a:cubicBezTo>
                  <a:pt x="72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848160" y="144828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3"/>
                  <a:pt x="0" y="83"/>
                  <a:pt x="0" y="35"/>
                </a:cubicBezTo>
                <a:cubicBezTo>
                  <a:pt x="0" y="-12"/>
                  <a:pt x="72" y="-12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869400" y="135216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1"/>
                  <a:pt x="71" y="-11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869400" y="135216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1"/>
                  <a:pt x="71" y="-11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903600" y="12754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903600" y="12754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822240" y="12643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822240" y="12643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2"/>
                  <a:pt x="0" y="82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965520" y="122148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965520" y="122148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947880" y="1251360"/>
            <a:ext cx="25920" cy="25920"/>
          </a:xfrm>
          <a:custGeom>
            <a:avLst/>
            <a:gdLst/>
            <a:ahLst/>
            <a:rect l="0" t="0" r="r" b="b"/>
            <a:pathLst>
              <a:path w="72" h="72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947880" y="1251360"/>
            <a:ext cx="25920" cy="25920"/>
          </a:xfrm>
          <a:custGeom>
            <a:avLst/>
            <a:gdLst/>
            <a:ahLst/>
            <a:rect l="0" t="0" r="r" b="b"/>
            <a:pathLst>
              <a:path fill="none" w="72" h="72">
                <a:moveTo>
                  <a:pt x="72" y="36"/>
                </a:moveTo>
                <a:cubicBezTo>
                  <a:pt x="72" y="84"/>
                  <a:pt x="0" y="84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716760" y="13874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716760" y="13874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854640" y="13194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854640" y="13194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1045080" y="1049040"/>
            <a:ext cx="25920" cy="25920"/>
          </a:xfrm>
          <a:custGeom>
            <a:avLst/>
            <a:gdLst/>
            <a:ahLst/>
            <a:rect l="0" t="0" r="r" b="b"/>
            <a:pathLst>
              <a:path w="72" h="72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1045080" y="1049040"/>
            <a:ext cx="25920" cy="25920"/>
          </a:xfrm>
          <a:custGeom>
            <a:avLst/>
            <a:gdLst/>
            <a:ahLst/>
            <a:rect l="0" t="0" r="r" b="b"/>
            <a:pathLst>
              <a:path fill="none" w="72" h="72">
                <a:moveTo>
                  <a:pt x="72" y="36"/>
                </a:moveTo>
                <a:cubicBezTo>
                  <a:pt x="72" y="84"/>
                  <a:pt x="0" y="84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1161360" y="10346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1161360" y="10346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1166760" y="10260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1166760" y="10260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1290960" y="129996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1290960" y="129996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1344600" y="11692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>
            <a:off x="1344600" y="11692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1503720" y="126072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1503720" y="126072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6"/>
                </a:moveTo>
                <a:cubicBezTo>
                  <a:pt x="72" y="83"/>
                  <a:pt x="0" y="83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1603080" y="1173960"/>
            <a:ext cx="25920" cy="25920"/>
          </a:xfrm>
          <a:custGeom>
            <a:avLst/>
            <a:gdLst/>
            <a:ahLst/>
            <a:rect l="0" t="0" r="r" b="b"/>
            <a:pathLst>
              <a:path w="72" h="72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1603080" y="1173960"/>
            <a:ext cx="25920" cy="25920"/>
          </a:xfrm>
          <a:custGeom>
            <a:avLst/>
            <a:gdLst/>
            <a:ahLst/>
            <a:rect l="0" t="0" r="r" b="b"/>
            <a:pathLst>
              <a:path fill="none" w="72" h="72">
                <a:moveTo>
                  <a:pt x="72" y="36"/>
                </a:moveTo>
                <a:cubicBezTo>
                  <a:pt x="72" y="84"/>
                  <a:pt x="0" y="84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1591920" y="11844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1591920" y="11844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1698480" y="122220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1698480" y="122220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1793520" y="106740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2"/>
                  <a:pt x="72" y="-12"/>
                  <a:pt x="72" y="35"/>
                </a:cubicBezTo>
                <a:cubicBezTo>
                  <a:pt x="72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1793520" y="106740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3"/>
                  <a:pt x="0" y="83"/>
                  <a:pt x="0" y="35"/>
                </a:cubicBezTo>
                <a:cubicBezTo>
                  <a:pt x="0" y="-12"/>
                  <a:pt x="72" y="-12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1934640" y="12564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1"/>
                  <a:pt x="71" y="-11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1934640" y="12564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1"/>
                  <a:pt x="71" y="-11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1273680" y="133956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1273680" y="133956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1271160" y="131076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1271160" y="131076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1261440" y="11422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1261440" y="11422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1371240" y="114660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1371240" y="114660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1127520" y="135180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>
            <a:off x="1127520" y="135180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>
            <a:off x="1144800" y="14868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2"/>
                  <a:pt x="0" y="82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>
            <a:off x="1144800" y="14868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2"/>
                  <a:pt x="0" y="82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1109520" y="14821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1109520" y="14821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995760" y="13942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995760" y="13942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1274040" y="129636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/>
          <p:nvPr/>
        </p:nvSpPr>
        <p:spPr>
          <a:xfrm>
            <a:off x="1274040" y="129636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/>
          <p:nvPr/>
        </p:nvSpPr>
        <p:spPr>
          <a:xfrm>
            <a:off x="1224000" y="12884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2"/>
                  <a:pt x="0" y="82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/>
          <p:nvPr/>
        </p:nvSpPr>
        <p:spPr>
          <a:xfrm>
            <a:off x="1224000" y="12884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2"/>
                  <a:pt x="0" y="82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/>
          <p:nvPr/>
        </p:nvSpPr>
        <p:spPr>
          <a:xfrm>
            <a:off x="1211040" y="13500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/>
          <p:nvPr/>
        </p:nvSpPr>
        <p:spPr>
          <a:xfrm>
            <a:off x="1211040" y="13500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/>
          <p:nvPr/>
        </p:nvSpPr>
        <p:spPr>
          <a:xfrm>
            <a:off x="1294560" y="10072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/>
          <p:nvPr/>
        </p:nvSpPr>
        <p:spPr>
          <a:xfrm>
            <a:off x="1294560" y="10072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/>
          <p:nvPr/>
        </p:nvSpPr>
        <p:spPr>
          <a:xfrm>
            <a:off x="1542600" y="115776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/>
          <p:nvPr/>
        </p:nvSpPr>
        <p:spPr>
          <a:xfrm>
            <a:off x="1542600" y="115776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/>
          <p:nvPr/>
        </p:nvSpPr>
        <p:spPr>
          <a:xfrm>
            <a:off x="1534680" y="10288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/>
          <p:nvPr/>
        </p:nvSpPr>
        <p:spPr>
          <a:xfrm>
            <a:off x="1534680" y="10288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/>
          <p:nvPr/>
        </p:nvSpPr>
        <p:spPr>
          <a:xfrm>
            <a:off x="1438200" y="12052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1"/>
                  <a:pt x="71" y="-11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/>
          <p:nvPr/>
        </p:nvSpPr>
        <p:spPr>
          <a:xfrm>
            <a:off x="1438200" y="12052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1"/>
                  <a:pt x="71" y="-11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/>
          <p:nvPr/>
        </p:nvSpPr>
        <p:spPr>
          <a:xfrm>
            <a:off x="1555920" y="113256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1"/>
                  <a:pt x="71" y="-11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/>
          <p:nvPr/>
        </p:nvSpPr>
        <p:spPr>
          <a:xfrm>
            <a:off x="1555920" y="113256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1"/>
                  <a:pt x="71" y="-11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/>
          <p:nvPr/>
        </p:nvSpPr>
        <p:spPr>
          <a:xfrm>
            <a:off x="1669320" y="121968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/>
          <p:nvPr/>
        </p:nvSpPr>
        <p:spPr>
          <a:xfrm>
            <a:off x="1669320" y="121968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6"/>
                </a:moveTo>
                <a:cubicBezTo>
                  <a:pt x="72" y="83"/>
                  <a:pt x="0" y="83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/>
          <p:nvPr/>
        </p:nvSpPr>
        <p:spPr>
          <a:xfrm>
            <a:off x="1744200" y="133596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/>
          <p:nvPr/>
        </p:nvSpPr>
        <p:spPr>
          <a:xfrm>
            <a:off x="1744200" y="133596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/>
          <p:nvPr/>
        </p:nvSpPr>
        <p:spPr>
          <a:xfrm>
            <a:off x="1695960" y="11862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/>
          <p:nvPr/>
        </p:nvSpPr>
        <p:spPr>
          <a:xfrm>
            <a:off x="1695960" y="11862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/>
          <p:nvPr/>
        </p:nvSpPr>
        <p:spPr>
          <a:xfrm>
            <a:off x="1911240" y="12614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/>
          <p:nvPr/>
        </p:nvSpPr>
        <p:spPr>
          <a:xfrm>
            <a:off x="1911240" y="12614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1922040" y="12304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1"/>
                  <a:pt x="71" y="-11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>
            <a:off x="1922040" y="12304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1"/>
                  <a:pt x="71" y="-11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2111760" y="131436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/>
          <p:nvPr/>
        </p:nvSpPr>
        <p:spPr>
          <a:xfrm>
            <a:off x="2111760" y="131436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2"/>
                  <a:pt x="0" y="82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/>
          <p:nvPr/>
        </p:nvSpPr>
        <p:spPr>
          <a:xfrm>
            <a:off x="2298600" y="1092600"/>
            <a:ext cx="25920" cy="25920"/>
          </a:xfrm>
          <a:custGeom>
            <a:avLst/>
            <a:gdLst/>
            <a:ahLst/>
            <a:rect l="0" t="0" r="r" b="b"/>
            <a:pathLst>
              <a:path w="72" h="72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/>
          <p:nvPr/>
        </p:nvSpPr>
        <p:spPr>
          <a:xfrm>
            <a:off x="2298600" y="1092600"/>
            <a:ext cx="25920" cy="25920"/>
          </a:xfrm>
          <a:custGeom>
            <a:avLst/>
            <a:gdLst/>
            <a:ahLst/>
            <a:rect l="0" t="0" r="r" b="b"/>
            <a:pathLst>
              <a:path fill="none" w="72" h="72">
                <a:moveTo>
                  <a:pt x="72" y="36"/>
                </a:moveTo>
                <a:cubicBezTo>
                  <a:pt x="72" y="84"/>
                  <a:pt x="0" y="84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/>
          <p:nvPr/>
        </p:nvSpPr>
        <p:spPr>
          <a:xfrm>
            <a:off x="1152720" y="13957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/>
          <p:nvPr/>
        </p:nvSpPr>
        <p:spPr>
          <a:xfrm>
            <a:off x="1152720" y="13957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/>
          <p:nvPr/>
        </p:nvSpPr>
        <p:spPr>
          <a:xfrm>
            <a:off x="1357560" y="118044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2"/>
                  <a:pt x="72" y="-12"/>
                  <a:pt x="72" y="35"/>
                </a:cubicBezTo>
                <a:cubicBezTo>
                  <a:pt x="72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/>
          <p:nvPr/>
        </p:nvSpPr>
        <p:spPr>
          <a:xfrm>
            <a:off x="1357560" y="118044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3"/>
                  <a:pt x="0" y="83"/>
                  <a:pt x="0" y="35"/>
                </a:cubicBezTo>
                <a:cubicBezTo>
                  <a:pt x="0" y="-12"/>
                  <a:pt x="72" y="-12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/>
          <p:nvPr/>
        </p:nvSpPr>
        <p:spPr>
          <a:xfrm>
            <a:off x="1226880" y="13330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1"/>
                  <a:pt x="71" y="-11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1226880" y="13330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1"/>
                  <a:pt x="71" y="-11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/>
          <p:nvPr/>
        </p:nvSpPr>
        <p:spPr>
          <a:xfrm>
            <a:off x="1134720" y="156888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2"/>
                  <a:pt x="72" y="-12"/>
                  <a:pt x="72" y="35"/>
                </a:cubicBezTo>
                <a:cubicBezTo>
                  <a:pt x="72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/>
          <p:nvPr/>
        </p:nvSpPr>
        <p:spPr>
          <a:xfrm>
            <a:off x="1134720" y="156888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2"/>
                  <a:pt x="0" y="82"/>
                  <a:pt x="0" y="35"/>
                </a:cubicBezTo>
                <a:cubicBezTo>
                  <a:pt x="0" y="-12"/>
                  <a:pt x="72" y="-12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1461960" y="12578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1461960" y="12578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2"/>
                  <a:pt x="0" y="82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870480" y="142308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2"/>
                  <a:pt x="72" y="-12"/>
                  <a:pt x="72" y="35"/>
                </a:cubicBezTo>
                <a:cubicBezTo>
                  <a:pt x="72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/>
          <p:nvPr/>
        </p:nvSpPr>
        <p:spPr>
          <a:xfrm>
            <a:off x="870480" y="142308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3"/>
                  <a:pt x="0" y="83"/>
                  <a:pt x="0" y="35"/>
                </a:cubicBezTo>
                <a:cubicBezTo>
                  <a:pt x="0" y="-12"/>
                  <a:pt x="72" y="-12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1055160" y="15656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1055160" y="15656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773640" y="144684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773640" y="144684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/>
          <p:nvPr/>
        </p:nvSpPr>
        <p:spPr>
          <a:xfrm>
            <a:off x="1296360" y="13633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/>
          <p:nvPr/>
        </p:nvSpPr>
        <p:spPr>
          <a:xfrm>
            <a:off x="1296360" y="13633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>
            <a:off x="894600" y="14677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894600" y="14677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2"/>
                  <a:pt x="0" y="82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/>
          <p:nvPr/>
        </p:nvSpPr>
        <p:spPr>
          <a:xfrm>
            <a:off x="1366200" y="12268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1"/>
                  <a:pt x="71" y="-11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>
            <a:off x="1366200" y="12268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1"/>
                  <a:pt x="71" y="-11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/>
          <p:nvPr/>
        </p:nvSpPr>
        <p:spPr>
          <a:xfrm>
            <a:off x="1458000" y="12488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/>
          <p:nvPr/>
        </p:nvSpPr>
        <p:spPr>
          <a:xfrm>
            <a:off x="1458000" y="12488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/>
          <p:nvPr/>
        </p:nvSpPr>
        <p:spPr>
          <a:xfrm>
            <a:off x="1445040" y="10656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2"/>
                  <a:pt x="0" y="82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/>
          <p:nvPr/>
        </p:nvSpPr>
        <p:spPr>
          <a:xfrm>
            <a:off x="1445040" y="10656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2"/>
                  <a:pt x="0" y="82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/>
          <p:nvPr/>
        </p:nvSpPr>
        <p:spPr>
          <a:xfrm>
            <a:off x="1428120" y="9892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/>
          <p:nvPr/>
        </p:nvSpPr>
        <p:spPr>
          <a:xfrm>
            <a:off x="1428120" y="9892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/>
          <p:nvPr/>
        </p:nvSpPr>
        <p:spPr>
          <a:xfrm>
            <a:off x="1740240" y="111168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/>
          <p:nvPr/>
        </p:nvSpPr>
        <p:spPr>
          <a:xfrm>
            <a:off x="1740240" y="111168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6"/>
                </a:moveTo>
                <a:cubicBezTo>
                  <a:pt x="72" y="83"/>
                  <a:pt x="0" y="83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/>
          <p:nvPr/>
        </p:nvSpPr>
        <p:spPr>
          <a:xfrm>
            <a:off x="1766520" y="10472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/>
          <p:nvPr/>
        </p:nvSpPr>
        <p:spPr>
          <a:xfrm>
            <a:off x="1766520" y="10472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/>
          <p:nvPr/>
        </p:nvSpPr>
        <p:spPr>
          <a:xfrm>
            <a:off x="1785240" y="11077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/>
          <p:nvPr/>
        </p:nvSpPr>
        <p:spPr>
          <a:xfrm>
            <a:off x="1785240" y="11077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/>
          <p:nvPr/>
        </p:nvSpPr>
        <p:spPr>
          <a:xfrm>
            <a:off x="1766160" y="11818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/>
          <p:nvPr/>
        </p:nvSpPr>
        <p:spPr>
          <a:xfrm>
            <a:off x="1766160" y="11818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/>
          <p:nvPr/>
        </p:nvSpPr>
        <p:spPr>
          <a:xfrm>
            <a:off x="1892160" y="132696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2"/>
                  <a:pt x="72" y="-12"/>
                  <a:pt x="72" y="35"/>
                </a:cubicBezTo>
                <a:cubicBezTo>
                  <a:pt x="72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/>
          <p:nvPr/>
        </p:nvSpPr>
        <p:spPr>
          <a:xfrm>
            <a:off x="1892160" y="132696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2"/>
                  <a:pt x="0" y="82"/>
                  <a:pt x="0" y="35"/>
                </a:cubicBezTo>
                <a:cubicBezTo>
                  <a:pt x="0" y="-12"/>
                  <a:pt x="72" y="-12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/>
          <p:nvPr/>
        </p:nvSpPr>
        <p:spPr>
          <a:xfrm>
            <a:off x="2020320" y="9590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/>
          <p:nvPr/>
        </p:nvSpPr>
        <p:spPr>
          <a:xfrm>
            <a:off x="2020320" y="9590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/>
          <p:nvPr/>
        </p:nvSpPr>
        <p:spPr>
          <a:xfrm>
            <a:off x="2262600" y="118296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1"/>
                  <a:pt x="72" y="-11"/>
                  <a:pt x="72" y="35"/>
                </a:cubicBezTo>
                <a:cubicBezTo>
                  <a:pt x="72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/>
          <p:nvPr/>
        </p:nvSpPr>
        <p:spPr>
          <a:xfrm>
            <a:off x="2262600" y="118296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3"/>
                  <a:pt x="0" y="83"/>
                  <a:pt x="0" y="35"/>
                </a:cubicBezTo>
                <a:cubicBezTo>
                  <a:pt x="0" y="-11"/>
                  <a:pt x="72" y="-11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/>
          <p:nvPr/>
        </p:nvSpPr>
        <p:spPr>
          <a:xfrm>
            <a:off x="1131480" y="12654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/>
          <p:nvPr/>
        </p:nvSpPr>
        <p:spPr>
          <a:xfrm>
            <a:off x="1131480" y="12654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/>
          <p:nvPr/>
        </p:nvSpPr>
        <p:spPr>
          <a:xfrm>
            <a:off x="1307880" y="14356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1"/>
                  <a:pt x="71" y="-11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/>
          <p:nvPr/>
        </p:nvSpPr>
        <p:spPr>
          <a:xfrm>
            <a:off x="1307880" y="14356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1"/>
                  <a:pt x="71" y="-11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/>
          <p:nvPr/>
        </p:nvSpPr>
        <p:spPr>
          <a:xfrm>
            <a:off x="1374840" y="1220400"/>
            <a:ext cx="25920" cy="25920"/>
          </a:xfrm>
          <a:custGeom>
            <a:avLst/>
            <a:gdLst/>
            <a:ahLst/>
            <a:rect l="0" t="0" r="r" b="b"/>
            <a:pathLst>
              <a:path w="72" h="72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1374840" y="1220400"/>
            <a:ext cx="25920" cy="25920"/>
          </a:xfrm>
          <a:custGeom>
            <a:avLst/>
            <a:gdLst/>
            <a:ahLst/>
            <a:rect l="0" t="0" r="r" b="b"/>
            <a:pathLst>
              <a:path fill="none" w="72" h="72">
                <a:moveTo>
                  <a:pt x="72" y="36"/>
                </a:moveTo>
                <a:cubicBezTo>
                  <a:pt x="72" y="84"/>
                  <a:pt x="0" y="84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/>
          <p:nvPr/>
        </p:nvSpPr>
        <p:spPr>
          <a:xfrm>
            <a:off x="1356480" y="12312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/>
          <p:nvPr/>
        </p:nvSpPr>
        <p:spPr>
          <a:xfrm>
            <a:off x="1356480" y="12312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/>
          <p:nvPr/>
        </p:nvSpPr>
        <p:spPr>
          <a:xfrm>
            <a:off x="1401480" y="12646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/>
          <p:nvPr/>
        </p:nvSpPr>
        <p:spPr>
          <a:xfrm>
            <a:off x="1401480" y="12646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2"/>
                  <a:pt x="0" y="82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/>
          <p:nvPr/>
        </p:nvSpPr>
        <p:spPr>
          <a:xfrm>
            <a:off x="1352880" y="12416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2"/>
                  <a:pt x="0" y="82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/>
          <p:nvPr/>
        </p:nvSpPr>
        <p:spPr>
          <a:xfrm>
            <a:off x="1352880" y="12416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2"/>
                  <a:pt x="0" y="82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/>
          <p:nvPr/>
        </p:nvSpPr>
        <p:spPr>
          <a:xfrm>
            <a:off x="1016640" y="13057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/>
          <p:nvPr/>
        </p:nvSpPr>
        <p:spPr>
          <a:xfrm>
            <a:off x="1016640" y="13057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2"/>
                  <a:pt x="0" y="82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/>
          <p:nvPr/>
        </p:nvSpPr>
        <p:spPr>
          <a:xfrm>
            <a:off x="1253880" y="131400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/>
          <p:nvPr/>
        </p:nvSpPr>
        <p:spPr>
          <a:xfrm>
            <a:off x="1253880" y="131400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6"/>
                </a:moveTo>
                <a:cubicBezTo>
                  <a:pt x="72" y="83"/>
                  <a:pt x="0" y="83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/>
          <p:nvPr/>
        </p:nvSpPr>
        <p:spPr>
          <a:xfrm>
            <a:off x="1279080" y="125532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2"/>
                  <a:pt x="72" y="-12"/>
                  <a:pt x="72" y="35"/>
                </a:cubicBezTo>
                <a:cubicBezTo>
                  <a:pt x="72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/>
          <p:nvPr/>
        </p:nvSpPr>
        <p:spPr>
          <a:xfrm>
            <a:off x="1279080" y="125532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3"/>
                  <a:pt x="0" y="83"/>
                  <a:pt x="0" y="35"/>
                </a:cubicBezTo>
                <a:cubicBezTo>
                  <a:pt x="0" y="-12"/>
                  <a:pt x="72" y="-12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/>
          <p:nvPr/>
        </p:nvSpPr>
        <p:spPr>
          <a:xfrm>
            <a:off x="726840" y="13957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/>
          <p:nvPr/>
        </p:nvSpPr>
        <p:spPr>
          <a:xfrm>
            <a:off x="726840" y="13957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/>
          <p:nvPr/>
        </p:nvSpPr>
        <p:spPr>
          <a:xfrm>
            <a:off x="1228320" y="134316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/>
          <p:nvPr/>
        </p:nvSpPr>
        <p:spPr>
          <a:xfrm>
            <a:off x="1228320" y="134316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2"/>
                  <a:pt x="0" y="82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/>
          <p:nvPr/>
        </p:nvSpPr>
        <p:spPr>
          <a:xfrm>
            <a:off x="1233000" y="1197720"/>
            <a:ext cx="25920" cy="25920"/>
          </a:xfrm>
          <a:custGeom>
            <a:avLst/>
            <a:gdLst/>
            <a:ahLst/>
            <a:rect l="0" t="0" r="r" b="b"/>
            <a:pathLst>
              <a:path w="72" h="72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/>
          <p:nvPr/>
        </p:nvSpPr>
        <p:spPr>
          <a:xfrm>
            <a:off x="1233000" y="1197720"/>
            <a:ext cx="25920" cy="25920"/>
          </a:xfrm>
          <a:custGeom>
            <a:avLst/>
            <a:gdLst/>
            <a:ahLst/>
            <a:rect l="0" t="0" r="r" b="b"/>
            <a:pathLst>
              <a:path fill="none" w="72" h="72">
                <a:moveTo>
                  <a:pt x="72" y="36"/>
                </a:moveTo>
                <a:cubicBezTo>
                  <a:pt x="72" y="84"/>
                  <a:pt x="0" y="84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/>
          <p:nvPr/>
        </p:nvSpPr>
        <p:spPr>
          <a:xfrm>
            <a:off x="1202040" y="13334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/>
          <p:nvPr/>
        </p:nvSpPr>
        <p:spPr>
          <a:xfrm>
            <a:off x="1202040" y="13334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2"/>
                  <a:pt x="0" y="82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/>
          <p:nvPr/>
        </p:nvSpPr>
        <p:spPr>
          <a:xfrm>
            <a:off x="1205280" y="14342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/>
          <p:nvPr/>
        </p:nvSpPr>
        <p:spPr>
          <a:xfrm>
            <a:off x="1205280" y="14342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2"/>
                  <a:pt x="0" y="82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/>
          <p:nvPr/>
        </p:nvSpPr>
        <p:spPr>
          <a:xfrm>
            <a:off x="1319760" y="116496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/>
          <p:nvPr/>
        </p:nvSpPr>
        <p:spPr>
          <a:xfrm>
            <a:off x="1319760" y="116496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6"/>
                </a:moveTo>
                <a:cubicBezTo>
                  <a:pt x="72" y="83"/>
                  <a:pt x="0" y="83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/>
          <p:nvPr/>
        </p:nvSpPr>
        <p:spPr>
          <a:xfrm>
            <a:off x="1442160" y="110052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2"/>
                  <a:pt x="72" y="-12"/>
                  <a:pt x="72" y="35"/>
                </a:cubicBezTo>
                <a:cubicBezTo>
                  <a:pt x="72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/>
          <p:nvPr/>
        </p:nvSpPr>
        <p:spPr>
          <a:xfrm>
            <a:off x="1442160" y="110052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2"/>
                  <a:pt x="0" y="82"/>
                  <a:pt x="0" y="35"/>
                </a:cubicBezTo>
                <a:cubicBezTo>
                  <a:pt x="0" y="-12"/>
                  <a:pt x="72" y="-12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/>
          <p:nvPr/>
        </p:nvSpPr>
        <p:spPr>
          <a:xfrm>
            <a:off x="1517040" y="10026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/>
          <p:nvPr/>
        </p:nvSpPr>
        <p:spPr>
          <a:xfrm>
            <a:off x="1517040" y="10026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/>
          <p:nvPr/>
        </p:nvSpPr>
        <p:spPr>
          <a:xfrm>
            <a:off x="1455480" y="131364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/>
          <p:nvPr/>
        </p:nvSpPr>
        <p:spPr>
          <a:xfrm>
            <a:off x="1455480" y="131364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6"/>
                </a:moveTo>
                <a:cubicBezTo>
                  <a:pt x="72" y="83"/>
                  <a:pt x="0" y="83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/>
          <p:nvPr/>
        </p:nvSpPr>
        <p:spPr>
          <a:xfrm>
            <a:off x="1487880" y="110304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2"/>
                  <a:pt x="72" y="-12"/>
                  <a:pt x="72" y="35"/>
                </a:cubicBezTo>
                <a:cubicBezTo>
                  <a:pt x="72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/>
          <p:nvPr/>
        </p:nvSpPr>
        <p:spPr>
          <a:xfrm>
            <a:off x="1487880" y="110304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3"/>
                  <a:pt x="0" y="83"/>
                  <a:pt x="0" y="35"/>
                </a:cubicBezTo>
                <a:cubicBezTo>
                  <a:pt x="0" y="-12"/>
                  <a:pt x="72" y="-12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/>
          <p:nvPr/>
        </p:nvSpPr>
        <p:spPr>
          <a:xfrm>
            <a:off x="1768320" y="10861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/>
          <p:nvPr/>
        </p:nvSpPr>
        <p:spPr>
          <a:xfrm>
            <a:off x="1768320" y="10861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/>
          <p:nvPr/>
        </p:nvSpPr>
        <p:spPr>
          <a:xfrm>
            <a:off x="1874520" y="11581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/>
          <p:nvPr/>
        </p:nvSpPr>
        <p:spPr>
          <a:xfrm>
            <a:off x="1874520" y="11581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/>
          <p:nvPr/>
        </p:nvSpPr>
        <p:spPr>
          <a:xfrm>
            <a:off x="1989360" y="118836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/>
          <p:nvPr/>
        </p:nvSpPr>
        <p:spPr>
          <a:xfrm>
            <a:off x="1989360" y="118836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6"/>
                </a:moveTo>
                <a:cubicBezTo>
                  <a:pt x="72" y="83"/>
                  <a:pt x="0" y="83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/>
          <p:nvPr/>
        </p:nvSpPr>
        <p:spPr>
          <a:xfrm>
            <a:off x="2208600" y="11980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/>
          <p:nvPr/>
        </p:nvSpPr>
        <p:spPr>
          <a:xfrm>
            <a:off x="2208600" y="11980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/>
          <p:nvPr/>
        </p:nvSpPr>
        <p:spPr>
          <a:xfrm>
            <a:off x="1253520" y="116136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/>
          <p:nvPr/>
        </p:nvSpPr>
        <p:spPr>
          <a:xfrm>
            <a:off x="1253520" y="116136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2"/>
                  <a:pt x="0" y="82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/>
          <p:nvPr/>
        </p:nvSpPr>
        <p:spPr>
          <a:xfrm>
            <a:off x="1024560" y="13856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/>
          <p:nvPr/>
        </p:nvSpPr>
        <p:spPr>
          <a:xfrm>
            <a:off x="1024560" y="13856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/>
          <p:nvPr/>
        </p:nvSpPr>
        <p:spPr>
          <a:xfrm>
            <a:off x="1156680" y="114300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/>
          <p:nvPr/>
        </p:nvSpPr>
        <p:spPr>
          <a:xfrm>
            <a:off x="1156680" y="114300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/>
          <p:nvPr/>
        </p:nvSpPr>
        <p:spPr>
          <a:xfrm>
            <a:off x="1275840" y="12610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/>
          <p:nvPr/>
        </p:nvSpPr>
        <p:spPr>
          <a:xfrm>
            <a:off x="1275840" y="12610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/>
          <p:nvPr/>
        </p:nvSpPr>
        <p:spPr>
          <a:xfrm>
            <a:off x="1188720" y="11383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/>
          <p:nvPr/>
        </p:nvSpPr>
        <p:spPr>
          <a:xfrm>
            <a:off x="1188720" y="11383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/>
          <p:nvPr/>
        </p:nvSpPr>
        <p:spPr>
          <a:xfrm>
            <a:off x="1312560" y="11862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/>
          <p:nvPr/>
        </p:nvSpPr>
        <p:spPr>
          <a:xfrm>
            <a:off x="1312560" y="11862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/>
          <p:nvPr/>
        </p:nvSpPr>
        <p:spPr>
          <a:xfrm>
            <a:off x="1328040" y="8953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/>
          <p:nvPr/>
        </p:nvSpPr>
        <p:spPr>
          <a:xfrm>
            <a:off x="1328040" y="8953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/>
          <p:nvPr/>
        </p:nvSpPr>
        <p:spPr>
          <a:xfrm>
            <a:off x="1269000" y="11887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"/>
          <p:cNvSpPr/>
          <p:nvPr/>
        </p:nvSpPr>
        <p:spPr>
          <a:xfrm>
            <a:off x="1269000" y="11887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/>
          <p:nvPr/>
        </p:nvSpPr>
        <p:spPr>
          <a:xfrm>
            <a:off x="1388160" y="10162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2"/>
                  <a:pt x="0" y="82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/>
          <p:nvPr/>
        </p:nvSpPr>
        <p:spPr>
          <a:xfrm>
            <a:off x="1388160" y="10162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2"/>
                  <a:pt x="0" y="82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/>
          <p:nvPr/>
        </p:nvSpPr>
        <p:spPr>
          <a:xfrm>
            <a:off x="1326240" y="9010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1"/>
                  <a:pt x="71" y="-11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/>
          <p:nvPr/>
        </p:nvSpPr>
        <p:spPr>
          <a:xfrm>
            <a:off x="1326240" y="9010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1"/>
                  <a:pt x="71" y="-11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/>
          <p:nvPr/>
        </p:nvSpPr>
        <p:spPr>
          <a:xfrm>
            <a:off x="1252440" y="9252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/>
          <p:nvPr/>
        </p:nvSpPr>
        <p:spPr>
          <a:xfrm>
            <a:off x="1252440" y="9252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/>
          <p:nvPr/>
        </p:nvSpPr>
        <p:spPr>
          <a:xfrm>
            <a:off x="1256040" y="93924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2"/>
                  <a:pt x="0" y="82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/>
          <p:nvPr/>
        </p:nvSpPr>
        <p:spPr>
          <a:xfrm>
            <a:off x="1256040" y="93924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6"/>
                </a:moveTo>
                <a:cubicBezTo>
                  <a:pt x="72" y="82"/>
                  <a:pt x="0" y="82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"/>
          <p:cNvSpPr/>
          <p:nvPr/>
        </p:nvSpPr>
        <p:spPr>
          <a:xfrm>
            <a:off x="1260360" y="12967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"/>
          <p:cNvSpPr/>
          <p:nvPr/>
        </p:nvSpPr>
        <p:spPr>
          <a:xfrm>
            <a:off x="1260360" y="12967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"/>
          <p:cNvSpPr/>
          <p:nvPr/>
        </p:nvSpPr>
        <p:spPr>
          <a:xfrm>
            <a:off x="1215000" y="9352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"/>
          <p:cNvSpPr/>
          <p:nvPr/>
        </p:nvSpPr>
        <p:spPr>
          <a:xfrm>
            <a:off x="1215000" y="9352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/>
          <p:nvPr/>
        </p:nvSpPr>
        <p:spPr>
          <a:xfrm>
            <a:off x="1274040" y="11282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/>
          <p:nvPr/>
        </p:nvSpPr>
        <p:spPr>
          <a:xfrm>
            <a:off x="1274040" y="11282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"/>
          <p:cNvSpPr/>
          <p:nvPr/>
        </p:nvSpPr>
        <p:spPr>
          <a:xfrm>
            <a:off x="1401120" y="113076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"/>
          <p:cNvSpPr/>
          <p:nvPr/>
        </p:nvSpPr>
        <p:spPr>
          <a:xfrm>
            <a:off x="1401120" y="113076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/>
          <p:nvPr/>
        </p:nvSpPr>
        <p:spPr>
          <a:xfrm>
            <a:off x="1460520" y="118116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"/>
          <p:cNvSpPr/>
          <p:nvPr/>
        </p:nvSpPr>
        <p:spPr>
          <a:xfrm>
            <a:off x="1460520" y="118116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"/>
          <p:cNvSpPr/>
          <p:nvPr/>
        </p:nvSpPr>
        <p:spPr>
          <a:xfrm>
            <a:off x="1513800" y="9676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/>
          <p:nvPr/>
        </p:nvSpPr>
        <p:spPr>
          <a:xfrm>
            <a:off x="1513800" y="9676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/>
          <p:nvPr/>
        </p:nvSpPr>
        <p:spPr>
          <a:xfrm>
            <a:off x="1447200" y="107856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"/>
          <p:cNvSpPr/>
          <p:nvPr/>
        </p:nvSpPr>
        <p:spPr>
          <a:xfrm>
            <a:off x="1447200" y="107856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2"/>
                  <a:pt x="0" y="82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/>
          <p:nvPr/>
        </p:nvSpPr>
        <p:spPr>
          <a:xfrm>
            <a:off x="1519200" y="102384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"/>
          <p:cNvSpPr/>
          <p:nvPr/>
        </p:nvSpPr>
        <p:spPr>
          <a:xfrm>
            <a:off x="1519200" y="102384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"/>
          <p:cNvSpPr/>
          <p:nvPr/>
        </p:nvSpPr>
        <p:spPr>
          <a:xfrm>
            <a:off x="1475280" y="81972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"/>
          <p:cNvSpPr/>
          <p:nvPr/>
        </p:nvSpPr>
        <p:spPr>
          <a:xfrm>
            <a:off x="1475280" y="81972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/>
          <p:nvPr/>
        </p:nvSpPr>
        <p:spPr>
          <a:xfrm>
            <a:off x="1647000" y="11592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"/>
          <p:cNvSpPr/>
          <p:nvPr/>
        </p:nvSpPr>
        <p:spPr>
          <a:xfrm>
            <a:off x="1647000" y="11592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/>
          <p:nvPr/>
        </p:nvSpPr>
        <p:spPr>
          <a:xfrm>
            <a:off x="1748880" y="11854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2"/>
                  <a:pt x="0" y="82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"/>
          <p:cNvSpPr/>
          <p:nvPr/>
        </p:nvSpPr>
        <p:spPr>
          <a:xfrm>
            <a:off x="1748880" y="11854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2"/>
                  <a:pt x="0" y="82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"/>
          <p:cNvSpPr/>
          <p:nvPr/>
        </p:nvSpPr>
        <p:spPr>
          <a:xfrm>
            <a:off x="1724400" y="1168200"/>
            <a:ext cx="25920" cy="25920"/>
          </a:xfrm>
          <a:custGeom>
            <a:avLst/>
            <a:gdLst/>
            <a:ahLst/>
            <a:rect l="0" t="0" r="r" b="b"/>
            <a:pathLst>
              <a:path w="72" h="72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"/>
          <p:cNvSpPr/>
          <p:nvPr/>
        </p:nvSpPr>
        <p:spPr>
          <a:xfrm>
            <a:off x="1724400" y="1168200"/>
            <a:ext cx="25920" cy="25920"/>
          </a:xfrm>
          <a:custGeom>
            <a:avLst/>
            <a:gdLst/>
            <a:ahLst/>
            <a:rect l="0" t="0" r="r" b="b"/>
            <a:pathLst>
              <a:path fill="none" w="72" h="72">
                <a:moveTo>
                  <a:pt x="72" y="36"/>
                </a:moveTo>
                <a:cubicBezTo>
                  <a:pt x="72" y="84"/>
                  <a:pt x="0" y="84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"/>
          <p:cNvSpPr/>
          <p:nvPr/>
        </p:nvSpPr>
        <p:spPr>
          <a:xfrm>
            <a:off x="1653480" y="127728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2"/>
                  <a:pt x="72" y="-12"/>
                  <a:pt x="72" y="35"/>
                </a:cubicBezTo>
                <a:cubicBezTo>
                  <a:pt x="72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"/>
          <p:cNvSpPr/>
          <p:nvPr/>
        </p:nvSpPr>
        <p:spPr>
          <a:xfrm>
            <a:off x="1653480" y="127728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3"/>
                  <a:pt x="0" y="83"/>
                  <a:pt x="0" y="35"/>
                </a:cubicBezTo>
                <a:cubicBezTo>
                  <a:pt x="0" y="-12"/>
                  <a:pt x="72" y="-12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"/>
          <p:cNvSpPr/>
          <p:nvPr/>
        </p:nvSpPr>
        <p:spPr>
          <a:xfrm>
            <a:off x="1627200" y="13312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"/>
          <p:cNvSpPr/>
          <p:nvPr/>
        </p:nvSpPr>
        <p:spPr>
          <a:xfrm>
            <a:off x="1627200" y="13312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"/>
          <p:cNvSpPr/>
          <p:nvPr/>
        </p:nvSpPr>
        <p:spPr>
          <a:xfrm>
            <a:off x="1418760" y="10908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2"/>
                  <a:pt x="0" y="82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"/>
          <p:cNvSpPr/>
          <p:nvPr/>
        </p:nvSpPr>
        <p:spPr>
          <a:xfrm>
            <a:off x="1418760" y="10908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2"/>
                  <a:pt x="0" y="82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"/>
          <p:cNvSpPr/>
          <p:nvPr/>
        </p:nvSpPr>
        <p:spPr>
          <a:xfrm>
            <a:off x="1414080" y="13028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"/>
          <p:cNvSpPr/>
          <p:nvPr/>
        </p:nvSpPr>
        <p:spPr>
          <a:xfrm>
            <a:off x="1414080" y="13028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2"/>
                  <a:pt x="0" y="82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"/>
          <p:cNvSpPr/>
          <p:nvPr/>
        </p:nvSpPr>
        <p:spPr>
          <a:xfrm>
            <a:off x="1467360" y="12214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"/>
          <p:cNvSpPr/>
          <p:nvPr/>
        </p:nvSpPr>
        <p:spPr>
          <a:xfrm>
            <a:off x="1467360" y="12214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"/>
          <p:cNvSpPr/>
          <p:nvPr/>
        </p:nvSpPr>
        <p:spPr>
          <a:xfrm>
            <a:off x="1553760" y="10789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1"/>
                  <a:pt x="71" y="-11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"/>
          <p:cNvSpPr/>
          <p:nvPr/>
        </p:nvSpPr>
        <p:spPr>
          <a:xfrm>
            <a:off x="1553760" y="10789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1"/>
                  <a:pt x="71" y="-11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"/>
          <p:cNvSpPr/>
          <p:nvPr/>
        </p:nvSpPr>
        <p:spPr>
          <a:xfrm>
            <a:off x="1246680" y="10126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"/>
          <p:cNvSpPr/>
          <p:nvPr/>
        </p:nvSpPr>
        <p:spPr>
          <a:xfrm>
            <a:off x="1246680" y="10126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"/>
          <p:cNvSpPr/>
          <p:nvPr/>
        </p:nvSpPr>
        <p:spPr>
          <a:xfrm>
            <a:off x="1288800" y="150732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1"/>
                  <a:pt x="72" y="-11"/>
                  <a:pt x="72" y="35"/>
                </a:cubicBezTo>
                <a:cubicBezTo>
                  <a:pt x="72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"/>
          <p:cNvSpPr/>
          <p:nvPr/>
        </p:nvSpPr>
        <p:spPr>
          <a:xfrm>
            <a:off x="1288800" y="150732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3"/>
                  <a:pt x="0" y="83"/>
                  <a:pt x="0" y="35"/>
                </a:cubicBezTo>
                <a:cubicBezTo>
                  <a:pt x="0" y="-11"/>
                  <a:pt x="72" y="-11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"/>
          <p:cNvSpPr/>
          <p:nvPr/>
        </p:nvSpPr>
        <p:spPr>
          <a:xfrm>
            <a:off x="1383120" y="139248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"/>
          <p:cNvSpPr/>
          <p:nvPr/>
        </p:nvSpPr>
        <p:spPr>
          <a:xfrm>
            <a:off x="1383120" y="139248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6"/>
                </a:moveTo>
                <a:cubicBezTo>
                  <a:pt x="72" y="83"/>
                  <a:pt x="0" y="83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"/>
          <p:cNvSpPr/>
          <p:nvPr/>
        </p:nvSpPr>
        <p:spPr>
          <a:xfrm>
            <a:off x="1345680" y="14436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2"/>
                  <a:pt x="0" y="82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"/>
          <p:cNvSpPr/>
          <p:nvPr/>
        </p:nvSpPr>
        <p:spPr>
          <a:xfrm>
            <a:off x="1345680" y="14436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2"/>
                  <a:pt x="0" y="82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"/>
          <p:cNvSpPr/>
          <p:nvPr/>
        </p:nvSpPr>
        <p:spPr>
          <a:xfrm>
            <a:off x="965880" y="147564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"/>
          <p:cNvSpPr/>
          <p:nvPr/>
        </p:nvSpPr>
        <p:spPr>
          <a:xfrm>
            <a:off x="965880" y="147564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"/>
          <p:cNvSpPr/>
          <p:nvPr/>
        </p:nvSpPr>
        <p:spPr>
          <a:xfrm>
            <a:off x="1684800" y="11926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"/>
          <p:cNvSpPr/>
          <p:nvPr/>
        </p:nvSpPr>
        <p:spPr>
          <a:xfrm>
            <a:off x="1684800" y="11926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"/>
          <p:cNvSpPr/>
          <p:nvPr/>
        </p:nvSpPr>
        <p:spPr>
          <a:xfrm>
            <a:off x="1571760" y="133776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2"/>
                  <a:pt x="0" y="82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"/>
          <p:cNvSpPr/>
          <p:nvPr/>
        </p:nvSpPr>
        <p:spPr>
          <a:xfrm>
            <a:off x="1571760" y="133776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2"/>
                  <a:pt x="0" y="82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"/>
          <p:cNvSpPr/>
          <p:nvPr/>
        </p:nvSpPr>
        <p:spPr>
          <a:xfrm>
            <a:off x="1431720" y="12967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"/>
          <p:cNvSpPr/>
          <p:nvPr/>
        </p:nvSpPr>
        <p:spPr>
          <a:xfrm>
            <a:off x="1431720" y="12967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"/>
          <p:cNvSpPr/>
          <p:nvPr/>
        </p:nvSpPr>
        <p:spPr>
          <a:xfrm>
            <a:off x="1442520" y="13453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"/>
          <p:cNvSpPr/>
          <p:nvPr/>
        </p:nvSpPr>
        <p:spPr>
          <a:xfrm>
            <a:off x="1442520" y="13453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"/>
          <p:cNvSpPr/>
          <p:nvPr/>
        </p:nvSpPr>
        <p:spPr>
          <a:xfrm>
            <a:off x="1582200" y="12412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"/>
          <p:cNvSpPr/>
          <p:nvPr/>
        </p:nvSpPr>
        <p:spPr>
          <a:xfrm>
            <a:off x="1582200" y="12412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"/>
          <p:cNvSpPr/>
          <p:nvPr/>
        </p:nvSpPr>
        <p:spPr>
          <a:xfrm>
            <a:off x="1220400" y="150408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2"/>
                  <a:pt x="72" y="-12"/>
                  <a:pt x="72" y="35"/>
                </a:cubicBezTo>
                <a:cubicBezTo>
                  <a:pt x="72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"/>
          <p:cNvSpPr/>
          <p:nvPr/>
        </p:nvSpPr>
        <p:spPr>
          <a:xfrm>
            <a:off x="1220400" y="150408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3"/>
                  <a:pt x="0" y="83"/>
                  <a:pt x="0" y="35"/>
                </a:cubicBezTo>
                <a:cubicBezTo>
                  <a:pt x="0" y="-12"/>
                  <a:pt x="72" y="-12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"/>
          <p:cNvSpPr/>
          <p:nvPr/>
        </p:nvSpPr>
        <p:spPr>
          <a:xfrm>
            <a:off x="1572480" y="11401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"/>
          <p:cNvSpPr/>
          <p:nvPr/>
        </p:nvSpPr>
        <p:spPr>
          <a:xfrm>
            <a:off x="1572480" y="11401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"/>
          <p:cNvSpPr/>
          <p:nvPr/>
        </p:nvSpPr>
        <p:spPr>
          <a:xfrm>
            <a:off x="1588680" y="116496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"/>
          <p:cNvSpPr/>
          <p:nvPr/>
        </p:nvSpPr>
        <p:spPr>
          <a:xfrm>
            <a:off x="1588680" y="116496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6"/>
                </a:moveTo>
                <a:cubicBezTo>
                  <a:pt x="72" y="83"/>
                  <a:pt x="0" y="83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"/>
          <p:cNvSpPr/>
          <p:nvPr/>
        </p:nvSpPr>
        <p:spPr>
          <a:xfrm>
            <a:off x="1819800" y="11815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"/>
          <p:cNvSpPr/>
          <p:nvPr/>
        </p:nvSpPr>
        <p:spPr>
          <a:xfrm>
            <a:off x="1819800" y="11815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"/>
          <p:cNvSpPr/>
          <p:nvPr/>
        </p:nvSpPr>
        <p:spPr>
          <a:xfrm>
            <a:off x="2187720" y="11304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"/>
          <p:cNvSpPr/>
          <p:nvPr/>
        </p:nvSpPr>
        <p:spPr>
          <a:xfrm>
            <a:off x="2187720" y="11304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"/>
          <p:cNvSpPr/>
          <p:nvPr/>
        </p:nvSpPr>
        <p:spPr>
          <a:xfrm>
            <a:off x="1264320" y="138636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"/>
          <p:cNvSpPr/>
          <p:nvPr/>
        </p:nvSpPr>
        <p:spPr>
          <a:xfrm>
            <a:off x="1264320" y="138636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"/>
          <p:cNvSpPr/>
          <p:nvPr/>
        </p:nvSpPr>
        <p:spPr>
          <a:xfrm>
            <a:off x="1254960" y="13528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"/>
          <p:cNvSpPr/>
          <p:nvPr/>
        </p:nvSpPr>
        <p:spPr>
          <a:xfrm>
            <a:off x="1254960" y="13528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"/>
          <p:cNvSpPr/>
          <p:nvPr/>
        </p:nvSpPr>
        <p:spPr>
          <a:xfrm>
            <a:off x="1426320" y="13172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"/>
          <p:cNvSpPr/>
          <p:nvPr/>
        </p:nvSpPr>
        <p:spPr>
          <a:xfrm>
            <a:off x="1426320" y="13172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2"/>
                  <a:pt x="0" y="82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"/>
          <p:cNvSpPr/>
          <p:nvPr/>
        </p:nvSpPr>
        <p:spPr>
          <a:xfrm>
            <a:off x="1412640" y="12870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"/>
          <p:cNvSpPr/>
          <p:nvPr/>
        </p:nvSpPr>
        <p:spPr>
          <a:xfrm>
            <a:off x="1412640" y="12870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"/>
          <p:cNvSpPr/>
          <p:nvPr/>
        </p:nvSpPr>
        <p:spPr>
          <a:xfrm>
            <a:off x="1555920" y="12463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"/>
          <p:cNvSpPr/>
          <p:nvPr/>
        </p:nvSpPr>
        <p:spPr>
          <a:xfrm>
            <a:off x="1555920" y="12463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"/>
          <p:cNvSpPr/>
          <p:nvPr/>
        </p:nvSpPr>
        <p:spPr>
          <a:xfrm>
            <a:off x="1690560" y="1173600"/>
            <a:ext cx="25920" cy="25920"/>
          </a:xfrm>
          <a:custGeom>
            <a:avLst/>
            <a:gdLst/>
            <a:ahLst/>
            <a:rect l="0" t="0" r="r" b="b"/>
            <a:pathLst>
              <a:path w="72" h="72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"/>
          <p:cNvSpPr/>
          <p:nvPr/>
        </p:nvSpPr>
        <p:spPr>
          <a:xfrm>
            <a:off x="1690560" y="1173600"/>
            <a:ext cx="25920" cy="25920"/>
          </a:xfrm>
          <a:custGeom>
            <a:avLst/>
            <a:gdLst/>
            <a:ahLst/>
            <a:rect l="0" t="0" r="r" b="b"/>
            <a:pathLst>
              <a:path fill="none" w="72" h="72">
                <a:moveTo>
                  <a:pt x="72" y="36"/>
                </a:moveTo>
                <a:cubicBezTo>
                  <a:pt x="72" y="84"/>
                  <a:pt x="0" y="84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"/>
          <p:cNvSpPr/>
          <p:nvPr/>
        </p:nvSpPr>
        <p:spPr>
          <a:xfrm>
            <a:off x="1825200" y="99396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"/>
          <p:cNvSpPr/>
          <p:nvPr/>
        </p:nvSpPr>
        <p:spPr>
          <a:xfrm>
            <a:off x="1825200" y="99396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"/>
          <p:cNvSpPr/>
          <p:nvPr/>
        </p:nvSpPr>
        <p:spPr>
          <a:xfrm>
            <a:off x="1805040" y="106416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"/>
          <p:cNvSpPr/>
          <p:nvPr/>
        </p:nvSpPr>
        <p:spPr>
          <a:xfrm>
            <a:off x="1805040" y="106416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"/>
          <p:cNvSpPr/>
          <p:nvPr/>
        </p:nvSpPr>
        <p:spPr>
          <a:xfrm>
            <a:off x="1864800" y="9367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"/>
          <p:cNvSpPr/>
          <p:nvPr/>
        </p:nvSpPr>
        <p:spPr>
          <a:xfrm>
            <a:off x="1864800" y="9367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"/>
          <p:cNvSpPr/>
          <p:nvPr/>
        </p:nvSpPr>
        <p:spPr>
          <a:xfrm>
            <a:off x="1910520" y="8654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"/>
          <p:cNvSpPr/>
          <p:nvPr/>
        </p:nvSpPr>
        <p:spPr>
          <a:xfrm>
            <a:off x="1910520" y="8654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"/>
          <p:cNvSpPr/>
          <p:nvPr/>
        </p:nvSpPr>
        <p:spPr>
          <a:xfrm>
            <a:off x="1922040" y="97560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1"/>
                  <a:pt x="72" y="-11"/>
                  <a:pt x="72" y="35"/>
                </a:cubicBezTo>
                <a:cubicBezTo>
                  <a:pt x="72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"/>
          <p:cNvSpPr/>
          <p:nvPr/>
        </p:nvSpPr>
        <p:spPr>
          <a:xfrm>
            <a:off x="1922040" y="97560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3"/>
                  <a:pt x="0" y="83"/>
                  <a:pt x="0" y="35"/>
                </a:cubicBezTo>
                <a:cubicBezTo>
                  <a:pt x="0" y="-11"/>
                  <a:pt x="72" y="-11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"/>
          <p:cNvSpPr/>
          <p:nvPr/>
        </p:nvSpPr>
        <p:spPr>
          <a:xfrm>
            <a:off x="1927440" y="9878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"/>
          <p:cNvSpPr/>
          <p:nvPr/>
        </p:nvSpPr>
        <p:spPr>
          <a:xfrm>
            <a:off x="1927440" y="9878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2"/>
                  <a:pt x="0" y="82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"/>
          <p:cNvSpPr/>
          <p:nvPr/>
        </p:nvSpPr>
        <p:spPr>
          <a:xfrm>
            <a:off x="1970280" y="8748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"/>
          <p:cNvSpPr/>
          <p:nvPr/>
        </p:nvSpPr>
        <p:spPr>
          <a:xfrm>
            <a:off x="1970280" y="8748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2"/>
                  <a:pt x="0" y="82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"/>
          <p:cNvSpPr/>
          <p:nvPr/>
        </p:nvSpPr>
        <p:spPr>
          <a:xfrm>
            <a:off x="1938960" y="91764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"/>
          <p:cNvSpPr/>
          <p:nvPr/>
        </p:nvSpPr>
        <p:spPr>
          <a:xfrm>
            <a:off x="1938960" y="91764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"/>
          <p:cNvSpPr/>
          <p:nvPr/>
        </p:nvSpPr>
        <p:spPr>
          <a:xfrm>
            <a:off x="1972080" y="64152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"/>
          <p:cNvSpPr/>
          <p:nvPr/>
        </p:nvSpPr>
        <p:spPr>
          <a:xfrm>
            <a:off x="1972080" y="64152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"/>
          <p:cNvSpPr/>
          <p:nvPr/>
        </p:nvSpPr>
        <p:spPr>
          <a:xfrm>
            <a:off x="1987200" y="8326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"/>
          <p:cNvSpPr/>
          <p:nvPr/>
        </p:nvSpPr>
        <p:spPr>
          <a:xfrm>
            <a:off x="1987200" y="8326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"/>
          <p:cNvSpPr/>
          <p:nvPr/>
        </p:nvSpPr>
        <p:spPr>
          <a:xfrm>
            <a:off x="2046240" y="11318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"/>
          <p:cNvSpPr/>
          <p:nvPr/>
        </p:nvSpPr>
        <p:spPr>
          <a:xfrm>
            <a:off x="2046240" y="11318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"/>
          <p:cNvSpPr/>
          <p:nvPr/>
        </p:nvSpPr>
        <p:spPr>
          <a:xfrm>
            <a:off x="2043720" y="87912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2"/>
                  <a:pt x="72" y="-12"/>
                  <a:pt x="72" y="35"/>
                </a:cubicBezTo>
                <a:cubicBezTo>
                  <a:pt x="72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"/>
          <p:cNvSpPr/>
          <p:nvPr/>
        </p:nvSpPr>
        <p:spPr>
          <a:xfrm>
            <a:off x="2043720" y="87912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3"/>
                  <a:pt x="0" y="83"/>
                  <a:pt x="0" y="35"/>
                </a:cubicBezTo>
                <a:cubicBezTo>
                  <a:pt x="0" y="-12"/>
                  <a:pt x="72" y="-12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"/>
          <p:cNvSpPr/>
          <p:nvPr/>
        </p:nvSpPr>
        <p:spPr>
          <a:xfrm>
            <a:off x="2030760" y="11023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1"/>
                  <a:pt x="71" y="-11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"/>
          <p:cNvSpPr/>
          <p:nvPr/>
        </p:nvSpPr>
        <p:spPr>
          <a:xfrm>
            <a:off x="2030760" y="11023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1"/>
                  <a:pt x="71" y="-11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"/>
          <p:cNvSpPr/>
          <p:nvPr/>
        </p:nvSpPr>
        <p:spPr>
          <a:xfrm>
            <a:off x="2046960" y="9342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2"/>
                  <a:pt x="0" y="82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"/>
          <p:cNvSpPr/>
          <p:nvPr/>
        </p:nvSpPr>
        <p:spPr>
          <a:xfrm>
            <a:off x="2046960" y="9342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2"/>
                  <a:pt x="0" y="82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"/>
          <p:cNvSpPr/>
          <p:nvPr/>
        </p:nvSpPr>
        <p:spPr>
          <a:xfrm>
            <a:off x="2046960" y="8611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"/>
          <p:cNvSpPr/>
          <p:nvPr/>
        </p:nvSpPr>
        <p:spPr>
          <a:xfrm>
            <a:off x="2046960" y="8611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"/>
          <p:cNvSpPr/>
          <p:nvPr/>
        </p:nvSpPr>
        <p:spPr>
          <a:xfrm>
            <a:off x="2069640" y="100008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2"/>
                  <a:pt x="72" y="-12"/>
                  <a:pt x="72" y="35"/>
                </a:cubicBezTo>
                <a:cubicBezTo>
                  <a:pt x="72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"/>
          <p:cNvSpPr/>
          <p:nvPr/>
        </p:nvSpPr>
        <p:spPr>
          <a:xfrm>
            <a:off x="2069640" y="100008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3"/>
                  <a:pt x="0" y="83"/>
                  <a:pt x="0" y="35"/>
                </a:cubicBezTo>
                <a:cubicBezTo>
                  <a:pt x="0" y="-12"/>
                  <a:pt x="72" y="-12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"/>
          <p:cNvSpPr/>
          <p:nvPr/>
        </p:nvSpPr>
        <p:spPr>
          <a:xfrm>
            <a:off x="2107800" y="137916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"/>
          <p:cNvSpPr/>
          <p:nvPr/>
        </p:nvSpPr>
        <p:spPr>
          <a:xfrm>
            <a:off x="2107800" y="137916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2"/>
                  <a:pt x="0" y="82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"/>
          <p:cNvSpPr/>
          <p:nvPr/>
        </p:nvSpPr>
        <p:spPr>
          <a:xfrm>
            <a:off x="1354680" y="13057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"/>
          <p:cNvSpPr/>
          <p:nvPr/>
        </p:nvSpPr>
        <p:spPr>
          <a:xfrm>
            <a:off x="1354680" y="13057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2"/>
                  <a:pt x="0" y="82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"/>
          <p:cNvSpPr/>
          <p:nvPr/>
        </p:nvSpPr>
        <p:spPr>
          <a:xfrm>
            <a:off x="1149480" y="134460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"/>
          <p:cNvSpPr/>
          <p:nvPr/>
        </p:nvSpPr>
        <p:spPr>
          <a:xfrm>
            <a:off x="1149480" y="134460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"/>
          <p:cNvSpPr/>
          <p:nvPr/>
        </p:nvSpPr>
        <p:spPr>
          <a:xfrm>
            <a:off x="1306440" y="13320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1"/>
                  <a:pt x="71" y="-11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"/>
          <p:cNvSpPr/>
          <p:nvPr/>
        </p:nvSpPr>
        <p:spPr>
          <a:xfrm>
            <a:off x="1306440" y="13320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1"/>
                  <a:pt x="71" y="-11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"/>
          <p:cNvSpPr/>
          <p:nvPr/>
        </p:nvSpPr>
        <p:spPr>
          <a:xfrm>
            <a:off x="1481760" y="126936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"/>
          <p:cNvSpPr/>
          <p:nvPr/>
        </p:nvSpPr>
        <p:spPr>
          <a:xfrm>
            <a:off x="1481760" y="126936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"/>
          <p:cNvSpPr/>
          <p:nvPr/>
        </p:nvSpPr>
        <p:spPr>
          <a:xfrm>
            <a:off x="1559520" y="123912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"/>
          <p:cNvSpPr/>
          <p:nvPr/>
        </p:nvSpPr>
        <p:spPr>
          <a:xfrm>
            <a:off x="1559520" y="123912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6"/>
                </a:moveTo>
                <a:cubicBezTo>
                  <a:pt x="72" y="83"/>
                  <a:pt x="0" y="83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"/>
          <p:cNvSpPr/>
          <p:nvPr/>
        </p:nvSpPr>
        <p:spPr>
          <a:xfrm>
            <a:off x="1602360" y="11059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"/>
          <p:cNvSpPr/>
          <p:nvPr/>
        </p:nvSpPr>
        <p:spPr>
          <a:xfrm>
            <a:off x="1602360" y="11059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2"/>
                  <a:pt x="0" y="82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"/>
          <p:cNvSpPr/>
          <p:nvPr/>
        </p:nvSpPr>
        <p:spPr>
          <a:xfrm>
            <a:off x="1578960" y="13330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"/>
          <p:cNvSpPr/>
          <p:nvPr/>
        </p:nvSpPr>
        <p:spPr>
          <a:xfrm>
            <a:off x="1578960" y="13330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"/>
          <p:cNvSpPr/>
          <p:nvPr/>
        </p:nvSpPr>
        <p:spPr>
          <a:xfrm>
            <a:off x="1641960" y="11898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"/>
          <p:cNvSpPr/>
          <p:nvPr/>
        </p:nvSpPr>
        <p:spPr>
          <a:xfrm>
            <a:off x="1641960" y="11898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"/>
          <p:cNvSpPr/>
          <p:nvPr/>
        </p:nvSpPr>
        <p:spPr>
          <a:xfrm>
            <a:off x="1703520" y="9774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"/>
          <p:cNvSpPr/>
          <p:nvPr/>
        </p:nvSpPr>
        <p:spPr>
          <a:xfrm>
            <a:off x="1703520" y="9774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"/>
          <p:cNvSpPr/>
          <p:nvPr/>
        </p:nvSpPr>
        <p:spPr>
          <a:xfrm>
            <a:off x="1693800" y="98424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"/>
          <p:cNvSpPr/>
          <p:nvPr/>
        </p:nvSpPr>
        <p:spPr>
          <a:xfrm>
            <a:off x="1693800" y="98424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6"/>
                </a:moveTo>
                <a:cubicBezTo>
                  <a:pt x="72" y="83"/>
                  <a:pt x="0" y="83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"/>
          <p:cNvSpPr/>
          <p:nvPr/>
        </p:nvSpPr>
        <p:spPr>
          <a:xfrm>
            <a:off x="1734480" y="104832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"/>
          <p:cNvSpPr/>
          <p:nvPr/>
        </p:nvSpPr>
        <p:spPr>
          <a:xfrm>
            <a:off x="1734480" y="104832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"/>
          <p:cNvSpPr/>
          <p:nvPr/>
        </p:nvSpPr>
        <p:spPr>
          <a:xfrm>
            <a:off x="1699560" y="99828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"/>
          <p:cNvSpPr/>
          <p:nvPr/>
        </p:nvSpPr>
        <p:spPr>
          <a:xfrm>
            <a:off x="1699560" y="99828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"/>
          <p:cNvSpPr/>
          <p:nvPr/>
        </p:nvSpPr>
        <p:spPr>
          <a:xfrm>
            <a:off x="1748160" y="112284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"/>
          <p:cNvSpPr/>
          <p:nvPr/>
        </p:nvSpPr>
        <p:spPr>
          <a:xfrm>
            <a:off x="1748160" y="112284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"/>
          <p:cNvSpPr/>
          <p:nvPr/>
        </p:nvSpPr>
        <p:spPr>
          <a:xfrm>
            <a:off x="1776240" y="11152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"/>
          <p:cNvSpPr/>
          <p:nvPr/>
        </p:nvSpPr>
        <p:spPr>
          <a:xfrm>
            <a:off x="1776240" y="11152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2"/>
                  <a:pt x="0" y="82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"/>
          <p:cNvSpPr/>
          <p:nvPr/>
        </p:nvSpPr>
        <p:spPr>
          <a:xfrm>
            <a:off x="1785240" y="94068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"/>
          <p:cNvSpPr/>
          <p:nvPr/>
        </p:nvSpPr>
        <p:spPr>
          <a:xfrm>
            <a:off x="1785240" y="94068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6"/>
                </a:moveTo>
                <a:cubicBezTo>
                  <a:pt x="72" y="83"/>
                  <a:pt x="0" y="83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"/>
          <p:cNvSpPr/>
          <p:nvPr/>
        </p:nvSpPr>
        <p:spPr>
          <a:xfrm>
            <a:off x="1808280" y="9612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"/>
          <p:cNvSpPr/>
          <p:nvPr/>
        </p:nvSpPr>
        <p:spPr>
          <a:xfrm>
            <a:off x="1808280" y="9612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"/>
          <p:cNvSpPr/>
          <p:nvPr/>
        </p:nvSpPr>
        <p:spPr>
          <a:xfrm>
            <a:off x="1791000" y="8467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"/>
          <p:cNvSpPr/>
          <p:nvPr/>
        </p:nvSpPr>
        <p:spPr>
          <a:xfrm>
            <a:off x="1791000" y="8467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"/>
          <p:cNvSpPr/>
          <p:nvPr/>
        </p:nvSpPr>
        <p:spPr>
          <a:xfrm>
            <a:off x="1793160" y="102348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"/>
          <p:cNvSpPr/>
          <p:nvPr/>
        </p:nvSpPr>
        <p:spPr>
          <a:xfrm>
            <a:off x="1793160" y="102348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"/>
          <p:cNvSpPr/>
          <p:nvPr/>
        </p:nvSpPr>
        <p:spPr>
          <a:xfrm>
            <a:off x="1911960" y="10396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"/>
          <p:cNvSpPr/>
          <p:nvPr/>
        </p:nvSpPr>
        <p:spPr>
          <a:xfrm>
            <a:off x="1911960" y="10396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2"/>
                  <a:pt x="0" y="82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"/>
          <p:cNvSpPr/>
          <p:nvPr/>
        </p:nvSpPr>
        <p:spPr>
          <a:xfrm>
            <a:off x="1974240" y="12146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"/>
          <p:cNvSpPr/>
          <p:nvPr/>
        </p:nvSpPr>
        <p:spPr>
          <a:xfrm>
            <a:off x="1974240" y="12146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2"/>
                  <a:pt x="0" y="82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"/>
          <p:cNvSpPr/>
          <p:nvPr/>
        </p:nvSpPr>
        <p:spPr>
          <a:xfrm>
            <a:off x="2042640" y="11941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"/>
          <p:cNvSpPr/>
          <p:nvPr/>
        </p:nvSpPr>
        <p:spPr>
          <a:xfrm>
            <a:off x="2042640" y="11941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"/>
          <p:cNvSpPr/>
          <p:nvPr/>
        </p:nvSpPr>
        <p:spPr>
          <a:xfrm>
            <a:off x="2162880" y="137052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"/>
          <p:cNvSpPr/>
          <p:nvPr/>
        </p:nvSpPr>
        <p:spPr>
          <a:xfrm>
            <a:off x="2162880" y="137052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"/>
          <p:cNvSpPr/>
          <p:nvPr/>
        </p:nvSpPr>
        <p:spPr>
          <a:xfrm>
            <a:off x="1829880" y="1270800"/>
            <a:ext cx="25920" cy="25920"/>
          </a:xfrm>
          <a:custGeom>
            <a:avLst/>
            <a:gdLst/>
            <a:ahLst/>
            <a:rect l="0" t="0" r="r" b="b"/>
            <a:pathLst>
              <a:path w="72" h="72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"/>
          <p:cNvSpPr/>
          <p:nvPr/>
        </p:nvSpPr>
        <p:spPr>
          <a:xfrm>
            <a:off x="1829880" y="1270800"/>
            <a:ext cx="25920" cy="25920"/>
          </a:xfrm>
          <a:custGeom>
            <a:avLst/>
            <a:gdLst/>
            <a:ahLst/>
            <a:rect l="0" t="0" r="r" b="b"/>
            <a:pathLst>
              <a:path fill="none" w="72" h="72">
                <a:moveTo>
                  <a:pt x="72" y="36"/>
                </a:moveTo>
                <a:cubicBezTo>
                  <a:pt x="72" y="84"/>
                  <a:pt x="0" y="84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"/>
          <p:cNvSpPr/>
          <p:nvPr/>
        </p:nvSpPr>
        <p:spPr>
          <a:xfrm>
            <a:off x="1679040" y="128016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2"/>
                  <a:pt x="72" y="-12"/>
                  <a:pt x="72" y="35"/>
                </a:cubicBezTo>
                <a:cubicBezTo>
                  <a:pt x="72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"/>
          <p:cNvSpPr/>
          <p:nvPr/>
        </p:nvSpPr>
        <p:spPr>
          <a:xfrm>
            <a:off x="1679040" y="128016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3"/>
                  <a:pt x="0" y="83"/>
                  <a:pt x="0" y="35"/>
                </a:cubicBezTo>
                <a:cubicBezTo>
                  <a:pt x="0" y="-12"/>
                  <a:pt x="72" y="-12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"/>
          <p:cNvSpPr/>
          <p:nvPr/>
        </p:nvSpPr>
        <p:spPr>
          <a:xfrm>
            <a:off x="1702080" y="127620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"/>
          <p:cNvSpPr/>
          <p:nvPr/>
        </p:nvSpPr>
        <p:spPr>
          <a:xfrm>
            <a:off x="1702080" y="127620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"/>
          <p:cNvSpPr/>
          <p:nvPr/>
        </p:nvSpPr>
        <p:spPr>
          <a:xfrm>
            <a:off x="1586160" y="130068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"/>
          <p:cNvSpPr/>
          <p:nvPr/>
        </p:nvSpPr>
        <p:spPr>
          <a:xfrm>
            <a:off x="1586160" y="130068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6"/>
                </a:moveTo>
                <a:cubicBezTo>
                  <a:pt x="72" y="83"/>
                  <a:pt x="0" y="83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"/>
          <p:cNvSpPr/>
          <p:nvPr/>
        </p:nvSpPr>
        <p:spPr>
          <a:xfrm>
            <a:off x="1644480" y="146736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"/>
          <p:cNvSpPr/>
          <p:nvPr/>
        </p:nvSpPr>
        <p:spPr>
          <a:xfrm>
            <a:off x="1644480" y="146736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"/>
          <p:cNvSpPr/>
          <p:nvPr/>
        </p:nvSpPr>
        <p:spPr>
          <a:xfrm>
            <a:off x="1642320" y="13957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"/>
          <p:cNvSpPr/>
          <p:nvPr/>
        </p:nvSpPr>
        <p:spPr>
          <a:xfrm>
            <a:off x="1642320" y="13957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"/>
          <p:cNvSpPr/>
          <p:nvPr/>
        </p:nvSpPr>
        <p:spPr>
          <a:xfrm>
            <a:off x="1760760" y="12931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"/>
          <p:cNvSpPr/>
          <p:nvPr/>
        </p:nvSpPr>
        <p:spPr>
          <a:xfrm>
            <a:off x="1760760" y="12931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"/>
          <p:cNvSpPr/>
          <p:nvPr/>
        </p:nvSpPr>
        <p:spPr>
          <a:xfrm>
            <a:off x="1934280" y="11408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"/>
          <p:cNvSpPr/>
          <p:nvPr/>
        </p:nvSpPr>
        <p:spPr>
          <a:xfrm>
            <a:off x="1934280" y="11408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"/>
          <p:cNvSpPr/>
          <p:nvPr/>
        </p:nvSpPr>
        <p:spPr>
          <a:xfrm>
            <a:off x="2028600" y="99468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2"/>
                  <a:pt x="72" y="-12"/>
                  <a:pt x="72" y="35"/>
                </a:cubicBezTo>
                <a:cubicBezTo>
                  <a:pt x="72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"/>
          <p:cNvSpPr/>
          <p:nvPr/>
        </p:nvSpPr>
        <p:spPr>
          <a:xfrm>
            <a:off x="2028600" y="99468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3"/>
                  <a:pt x="0" y="83"/>
                  <a:pt x="0" y="35"/>
                </a:cubicBezTo>
                <a:cubicBezTo>
                  <a:pt x="0" y="-12"/>
                  <a:pt x="72" y="-12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"/>
          <p:cNvSpPr/>
          <p:nvPr/>
        </p:nvSpPr>
        <p:spPr>
          <a:xfrm>
            <a:off x="1812600" y="114876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"/>
          <p:cNvSpPr/>
          <p:nvPr/>
        </p:nvSpPr>
        <p:spPr>
          <a:xfrm>
            <a:off x="1812600" y="114876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"/>
          <p:cNvSpPr/>
          <p:nvPr/>
        </p:nvSpPr>
        <p:spPr>
          <a:xfrm>
            <a:off x="1951560" y="10699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"/>
          <p:cNvSpPr/>
          <p:nvPr/>
        </p:nvSpPr>
        <p:spPr>
          <a:xfrm>
            <a:off x="1951560" y="10699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"/>
          <p:cNvSpPr/>
          <p:nvPr/>
        </p:nvSpPr>
        <p:spPr>
          <a:xfrm>
            <a:off x="1919880" y="11671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"/>
          <p:cNvSpPr/>
          <p:nvPr/>
        </p:nvSpPr>
        <p:spPr>
          <a:xfrm>
            <a:off x="1919880" y="11671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"/>
          <p:cNvSpPr/>
          <p:nvPr/>
        </p:nvSpPr>
        <p:spPr>
          <a:xfrm>
            <a:off x="1917720" y="11959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"/>
          <p:cNvSpPr/>
          <p:nvPr/>
        </p:nvSpPr>
        <p:spPr>
          <a:xfrm>
            <a:off x="1917720" y="11959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"/>
          <p:cNvSpPr/>
          <p:nvPr/>
        </p:nvSpPr>
        <p:spPr>
          <a:xfrm>
            <a:off x="2036880" y="10346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"/>
          <p:cNvSpPr/>
          <p:nvPr/>
        </p:nvSpPr>
        <p:spPr>
          <a:xfrm>
            <a:off x="2036880" y="10346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"/>
          <p:cNvSpPr/>
          <p:nvPr/>
        </p:nvSpPr>
        <p:spPr>
          <a:xfrm>
            <a:off x="2056320" y="115848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2"/>
                  <a:pt x="72" y="-12"/>
                  <a:pt x="72" y="35"/>
                </a:cubicBezTo>
                <a:cubicBezTo>
                  <a:pt x="72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"/>
          <p:cNvSpPr/>
          <p:nvPr/>
        </p:nvSpPr>
        <p:spPr>
          <a:xfrm>
            <a:off x="2056320" y="115848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3"/>
                  <a:pt x="0" y="83"/>
                  <a:pt x="0" y="35"/>
                </a:cubicBezTo>
                <a:cubicBezTo>
                  <a:pt x="0" y="-12"/>
                  <a:pt x="72" y="-12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"/>
          <p:cNvSpPr/>
          <p:nvPr/>
        </p:nvSpPr>
        <p:spPr>
          <a:xfrm>
            <a:off x="2083680" y="104796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"/>
          <p:cNvSpPr/>
          <p:nvPr/>
        </p:nvSpPr>
        <p:spPr>
          <a:xfrm>
            <a:off x="2083680" y="104796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0" name=""/>
          <p:cNvSpPr/>
          <p:nvPr/>
        </p:nvSpPr>
        <p:spPr>
          <a:xfrm>
            <a:off x="2141280" y="11156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"/>
          <p:cNvSpPr/>
          <p:nvPr/>
        </p:nvSpPr>
        <p:spPr>
          <a:xfrm>
            <a:off x="2141280" y="11156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"/>
          <p:cNvSpPr/>
          <p:nvPr/>
        </p:nvSpPr>
        <p:spPr>
          <a:xfrm>
            <a:off x="2158920" y="9835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"/>
          <p:cNvSpPr/>
          <p:nvPr/>
        </p:nvSpPr>
        <p:spPr>
          <a:xfrm>
            <a:off x="2158920" y="9835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2"/>
                  <a:pt x="0" y="82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"/>
          <p:cNvSpPr/>
          <p:nvPr/>
        </p:nvSpPr>
        <p:spPr>
          <a:xfrm>
            <a:off x="2115000" y="9133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"/>
          <p:cNvSpPr/>
          <p:nvPr/>
        </p:nvSpPr>
        <p:spPr>
          <a:xfrm>
            <a:off x="2115000" y="9133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2"/>
                  <a:pt x="0" y="82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"/>
          <p:cNvSpPr/>
          <p:nvPr/>
        </p:nvSpPr>
        <p:spPr>
          <a:xfrm>
            <a:off x="2305440" y="924120"/>
            <a:ext cx="26280" cy="25560"/>
          </a:xfrm>
          <a:custGeom>
            <a:avLst/>
            <a:gdLst/>
            <a:ahLst/>
            <a:rect l="0" t="0" r="r" b="b"/>
            <a:pathLst>
              <a:path w="73" h="71">
                <a:moveTo>
                  <a:pt x="0" y="35"/>
                </a:moveTo>
                <a:cubicBezTo>
                  <a:pt x="0" y="-12"/>
                  <a:pt x="73" y="-12"/>
                  <a:pt x="73" y="35"/>
                </a:cubicBezTo>
                <a:cubicBezTo>
                  <a:pt x="73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"/>
          <p:cNvSpPr/>
          <p:nvPr/>
        </p:nvSpPr>
        <p:spPr>
          <a:xfrm>
            <a:off x="2305440" y="924120"/>
            <a:ext cx="26280" cy="25560"/>
          </a:xfrm>
          <a:custGeom>
            <a:avLst/>
            <a:gdLst/>
            <a:ahLst/>
            <a:rect l="0" t="0" r="r" b="b"/>
            <a:pathLst>
              <a:path fill="none" w="73" h="71">
                <a:moveTo>
                  <a:pt x="73" y="35"/>
                </a:moveTo>
                <a:cubicBezTo>
                  <a:pt x="73" y="83"/>
                  <a:pt x="0" y="83"/>
                  <a:pt x="0" y="35"/>
                </a:cubicBezTo>
                <a:cubicBezTo>
                  <a:pt x="0" y="-12"/>
                  <a:pt x="73" y="-12"/>
                  <a:pt x="73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"/>
          <p:cNvSpPr/>
          <p:nvPr/>
        </p:nvSpPr>
        <p:spPr>
          <a:xfrm>
            <a:off x="2432520" y="9403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"/>
          <p:cNvSpPr/>
          <p:nvPr/>
        </p:nvSpPr>
        <p:spPr>
          <a:xfrm>
            <a:off x="2432520" y="9403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"/>
          <p:cNvSpPr/>
          <p:nvPr/>
        </p:nvSpPr>
        <p:spPr>
          <a:xfrm>
            <a:off x="2490840" y="11808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"/>
          <p:cNvSpPr/>
          <p:nvPr/>
        </p:nvSpPr>
        <p:spPr>
          <a:xfrm>
            <a:off x="2490840" y="11808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"/>
          <p:cNvSpPr/>
          <p:nvPr/>
        </p:nvSpPr>
        <p:spPr>
          <a:xfrm>
            <a:off x="2640240" y="126396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3" name=""/>
          <p:cNvSpPr/>
          <p:nvPr/>
        </p:nvSpPr>
        <p:spPr>
          <a:xfrm>
            <a:off x="2640240" y="126396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2"/>
                  <a:pt x="0" y="82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"/>
          <p:cNvSpPr/>
          <p:nvPr/>
        </p:nvSpPr>
        <p:spPr>
          <a:xfrm>
            <a:off x="1419480" y="14173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"/>
          <p:cNvSpPr/>
          <p:nvPr/>
        </p:nvSpPr>
        <p:spPr>
          <a:xfrm>
            <a:off x="1419480" y="14173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"/>
          <p:cNvSpPr/>
          <p:nvPr/>
        </p:nvSpPr>
        <p:spPr>
          <a:xfrm>
            <a:off x="1296720" y="130788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2"/>
                  <a:pt x="72" y="-12"/>
                  <a:pt x="72" y="35"/>
                </a:cubicBezTo>
                <a:cubicBezTo>
                  <a:pt x="72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"/>
          <p:cNvSpPr/>
          <p:nvPr/>
        </p:nvSpPr>
        <p:spPr>
          <a:xfrm>
            <a:off x="1296720" y="130788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3"/>
                  <a:pt x="0" y="83"/>
                  <a:pt x="0" y="35"/>
                </a:cubicBezTo>
                <a:cubicBezTo>
                  <a:pt x="0" y="-12"/>
                  <a:pt x="72" y="-12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"/>
          <p:cNvSpPr/>
          <p:nvPr/>
        </p:nvSpPr>
        <p:spPr>
          <a:xfrm>
            <a:off x="1425600" y="14382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"/>
          <p:cNvSpPr/>
          <p:nvPr/>
        </p:nvSpPr>
        <p:spPr>
          <a:xfrm>
            <a:off x="1425600" y="14382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"/>
          <p:cNvSpPr/>
          <p:nvPr/>
        </p:nvSpPr>
        <p:spPr>
          <a:xfrm>
            <a:off x="1433160" y="14119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"/>
          <p:cNvSpPr/>
          <p:nvPr/>
        </p:nvSpPr>
        <p:spPr>
          <a:xfrm>
            <a:off x="1433160" y="14119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"/>
          <p:cNvSpPr/>
          <p:nvPr/>
        </p:nvSpPr>
        <p:spPr>
          <a:xfrm>
            <a:off x="1487520" y="142164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"/>
          <p:cNvSpPr/>
          <p:nvPr/>
        </p:nvSpPr>
        <p:spPr>
          <a:xfrm>
            <a:off x="1487520" y="142164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"/>
          <p:cNvSpPr/>
          <p:nvPr/>
        </p:nvSpPr>
        <p:spPr>
          <a:xfrm>
            <a:off x="1593720" y="11030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"/>
          <p:cNvSpPr/>
          <p:nvPr/>
        </p:nvSpPr>
        <p:spPr>
          <a:xfrm>
            <a:off x="1593720" y="11030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"/>
          <p:cNvSpPr/>
          <p:nvPr/>
        </p:nvSpPr>
        <p:spPr>
          <a:xfrm>
            <a:off x="1674360" y="12074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"/>
          <p:cNvSpPr/>
          <p:nvPr/>
        </p:nvSpPr>
        <p:spPr>
          <a:xfrm>
            <a:off x="1674360" y="12074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8" name=""/>
          <p:cNvSpPr/>
          <p:nvPr/>
        </p:nvSpPr>
        <p:spPr>
          <a:xfrm>
            <a:off x="1667160" y="10782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1"/>
                  <a:pt x="71" y="-11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"/>
          <p:cNvSpPr/>
          <p:nvPr/>
        </p:nvSpPr>
        <p:spPr>
          <a:xfrm>
            <a:off x="1667160" y="10782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1"/>
                  <a:pt x="71" y="-11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"/>
          <p:cNvSpPr/>
          <p:nvPr/>
        </p:nvSpPr>
        <p:spPr>
          <a:xfrm>
            <a:off x="1756440" y="112140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"/>
          <p:cNvSpPr/>
          <p:nvPr/>
        </p:nvSpPr>
        <p:spPr>
          <a:xfrm>
            <a:off x="1756440" y="112140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"/>
          <p:cNvSpPr/>
          <p:nvPr/>
        </p:nvSpPr>
        <p:spPr>
          <a:xfrm>
            <a:off x="1805040" y="115416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"/>
          <p:cNvSpPr/>
          <p:nvPr/>
        </p:nvSpPr>
        <p:spPr>
          <a:xfrm>
            <a:off x="1805040" y="115416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"/>
          <p:cNvSpPr/>
          <p:nvPr/>
        </p:nvSpPr>
        <p:spPr>
          <a:xfrm>
            <a:off x="1814760" y="9554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1"/>
                  <a:pt x="71" y="-11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5" name=""/>
          <p:cNvSpPr/>
          <p:nvPr/>
        </p:nvSpPr>
        <p:spPr>
          <a:xfrm>
            <a:off x="1814760" y="9554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1"/>
                  <a:pt x="71" y="-11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6" name=""/>
          <p:cNvSpPr/>
          <p:nvPr/>
        </p:nvSpPr>
        <p:spPr>
          <a:xfrm>
            <a:off x="1823040" y="9637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"/>
          <p:cNvSpPr/>
          <p:nvPr/>
        </p:nvSpPr>
        <p:spPr>
          <a:xfrm>
            <a:off x="1823040" y="9637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8" name=""/>
          <p:cNvSpPr/>
          <p:nvPr/>
        </p:nvSpPr>
        <p:spPr>
          <a:xfrm>
            <a:off x="1875960" y="10090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"/>
          <p:cNvSpPr/>
          <p:nvPr/>
        </p:nvSpPr>
        <p:spPr>
          <a:xfrm>
            <a:off x="1875960" y="10090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"/>
          <p:cNvSpPr/>
          <p:nvPr/>
        </p:nvSpPr>
        <p:spPr>
          <a:xfrm>
            <a:off x="1883520" y="10724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"/>
          <p:cNvSpPr/>
          <p:nvPr/>
        </p:nvSpPr>
        <p:spPr>
          <a:xfrm>
            <a:off x="1883520" y="10724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2" name=""/>
          <p:cNvSpPr/>
          <p:nvPr/>
        </p:nvSpPr>
        <p:spPr>
          <a:xfrm>
            <a:off x="1881720" y="106596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3" name=""/>
          <p:cNvSpPr/>
          <p:nvPr/>
        </p:nvSpPr>
        <p:spPr>
          <a:xfrm>
            <a:off x="1881720" y="106596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"/>
          <p:cNvSpPr/>
          <p:nvPr/>
        </p:nvSpPr>
        <p:spPr>
          <a:xfrm>
            <a:off x="1905840" y="9320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5" name=""/>
          <p:cNvSpPr/>
          <p:nvPr/>
        </p:nvSpPr>
        <p:spPr>
          <a:xfrm>
            <a:off x="1905840" y="9320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6" name=""/>
          <p:cNvSpPr/>
          <p:nvPr/>
        </p:nvSpPr>
        <p:spPr>
          <a:xfrm>
            <a:off x="1185120" y="124092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7" name=""/>
          <p:cNvSpPr/>
          <p:nvPr/>
        </p:nvSpPr>
        <p:spPr>
          <a:xfrm>
            <a:off x="1185120" y="124092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6"/>
                </a:moveTo>
                <a:cubicBezTo>
                  <a:pt x="72" y="83"/>
                  <a:pt x="0" y="83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"/>
          <p:cNvSpPr/>
          <p:nvPr/>
        </p:nvSpPr>
        <p:spPr>
          <a:xfrm>
            <a:off x="1134000" y="12841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9" name=""/>
          <p:cNvSpPr/>
          <p:nvPr/>
        </p:nvSpPr>
        <p:spPr>
          <a:xfrm>
            <a:off x="1134000" y="12841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0" name=""/>
          <p:cNvSpPr/>
          <p:nvPr/>
        </p:nvSpPr>
        <p:spPr>
          <a:xfrm>
            <a:off x="1247760" y="1119600"/>
            <a:ext cx="25920" cy="25920"/>
          </a:xfrm>
          <a:custGeom>
            <a:avLst/>
            <a:gdLst/>
            <a:ahLst/>
            <a:rect l="0" t="0" r="r" b="b"/>
            <a:pathLst>
              <a:path w="72" h="72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1" name=""/>
          <p:cNvSpPr/>
          <p:nvPr/>
        </p:nvSpPr>
        <p:spPr>
          <a:xfrm>
            <a:off x="1247760" y="1119600"/>
            <a:ext cx="25920" cy="25920"/>
          </a:xfrm>
          <a:custGeom>
            <a:avLst/>
            <a:gdLst/>
            <a:ahLst/>
            <a:rect l="0" t="0" r="r" b="b"/>
            <a:pathLst>
              <a:path fill="none" w="72" h="72">
                <a:moveTo>
                  <a:pt x="72" y="36"/>
                </a:moveTo>
                <a:cubicBezTo>
                  <a:pt x="72" y="84"/>
                  <a:pt x="0" y="84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2" name=""/>
          <p:cNvSpPr/>
          <p:nvPr/>
        </p:nvSpPr>
        <p:spPr>
          <a:xfrm>
            <a:off x="1243080" y="14731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"/>
          <p:cNvSpPr/>
          <p:nvPr/>
        </p:nvSpPr>
        <p:spPr>
          <a:xfrm>
            <a:off x="1243080" y="14731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"/>
          <p:cNvSpPr/>
          <p:nvPr/>
        </p:nvSpPr>
        <p:spPr>
          <a:xfrm>
            <a:off x="1328400" y="13698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"/>
          <p:cNvSpPr/>
          <p:nvPr/>
        </p:nvSpPr>
        <p:spPr>
          <a:xfrm>
            <a:off x="1328400" y="13698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6" name=""/>
          <p:cNvSpPr/>
          <p:nvPr/>
        </p:nvSpPr>
        <p:spPr>
          <a:xfrm>
            <a:off x="1374480" y="119808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7" name=""/>
          <p:cNvSpPr/>
          <p:nvPr/>
        </p:nvSpPr>
        <p:spPr>
          <a:xfrm>
            <a:off x="1374480" y="119808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8" name=""/>
          <p:cNvSpPr/>
          <p:nvPr/>
        </p:nvSpPr>
        <p:spPr>
          <a:xfrm>
            <a:off x="1491840" y="126360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2"/>
                  <a:pt x="72" y="-12"/>
                  <a:pt x="72" y="35"/>
                </a:cubicBezTo>
                <a:cubicBezTo>
                  <a:pt x="72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"/>
          <p:cNvSpPr/>
          <p:nvPr/>
        </p:nvSpPr>
        <p:spPr>
          <a:xfrm>
            <a:off x="1491840" y="126360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2"/>
                  <a:pt x="0" y="82"/>
                  <a:pt x="0" y="35"/>
                </a:cubicBezTo>
                <a:cubicBezTo>
                  <a:pt x="0" y="-12"/>
                  <a:pt x="72" y="-12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0" name=""/>
          <p:cNvSpPr/>
          <p:nvPr/>
        </p:nvSpPr>
        <p:spPr>
          <a:xfrm>
            <a:off x="1545120" y="116460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1" name=""/>
          <p:cNvSpPr/>
          <p:nvPr/>
        </p:nvSpPr>
        <p:spPr>
          <a:xfrm>
            <a:off x="1545120" y="116460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6"/>
                </a:moveTo>
                <a:cubicBezTo>
                  <a:pt x="72" y="83"/>
                  <a:pt x="0" y="83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2" name=""/>
          <p:cNvSpPr/>
          <p:nvPr/>
        </p:nvSpPr>
        <p:spPr>
          <a:xfrm>
            <a:off x="1545840" y="113796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3" name=""/>
          <p:cNvSpPr/>
          <p:nvPr/>
        </p:nvSpPr>
        <p:spPr>
          <a:xfrm>
            <a:off x="1545840" y="113796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4" name=""/>
          <p:cNvSpPr/>
          <p:nvPr/>
        </p:nvSpPr>
        <p:spPr>
          <a:xfrm>
            <a:off x="1459440" y="116532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5" name=""/>
          <p:cNvSpPr/>
          <p:nvPr/>
        </p:nvSpPr>
        <p:spPr>
          <a:xfrm>
            <a:off x="1459440" y="116532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6"/>
                </a:moveTo>
                <a:cubicBezTo>
                  <a:pt x="72" y="83"/>
                  <a:pt x="0" y="83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6" name=""/>
          <p:cNvSpPr/>
          <p:nvPr/>
        </p:nvSpPr>
        <p:spPr>
          <a:xfrm>
            <a:off x="1608480" y="107028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"/>
          <p:cNvSpPr/>
          <p:nvPr/>
        </p:nvSpPr>
        <p:spPr>
          <a:xfrm>
            <a:off x="1608480" y="107028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8" name=""/>
          <p:cNvSpPr/>
          <p:nvPr/>
        </p:nvSpPr>
        <p:spPr>
          <a:xfrm>
            <a:off x="1638000" y="110196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9" name=""/>
          <p:cNvSpPr/>
          <p:nvPr/>
        </p:nvSpPr>
        <p:spPr>
          <a:xfrm>
            <a:off x="1638000" y="110196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0" name=""/>
          <p:cNvSpPr/>
          <p:nvPr/>
        </p:nvSpPr>
        <p:spPr>
          <a:xfrm>
            <a:off x="1709640" y="101664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1" name=""/>
          <p:cNvSpPr/>
          <p:nvPr/>
        </p:nvSpPr>
        <p:spPr>
          <a:xfrm>
            <a:off x="1709640" y="101664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2" name=""/>
          <p:cNvSpPr/>
          <p:nvPr/>
        </p:nvSpPr>
        <p:spPr>
          <a:xfrm>
            <a:off x="1711440" y="104184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3" name=""/>
          <p:cNvSpPr/>
          <p:nvPr/>
        </p:nvSpPr>
        <p:spPr>
          <a:xfrm>
            <a:off x="1711440" y="104184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4" name=""/>
          <p:cNvSpPr/>
          <p:nvPr/>
        </p:nvSpPr>
        <p:spPr>
          <a:xfrm>
            <a:off x="1746000" y="92448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2"/>
                  <a:pt x="72" y="-12"/>
                  <a:pt x="72" y="35"/>
                </a:cubicBezTo>
                <a:cubicBezTo>
                  <a:pt x="72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5" name=""/>
          <p:cNvSpPr/>
          <p:nvPr/>
        </p:nvSpPr>
        <p:spPr>
          <a:xfrm>
            <a:off x="1746000" y="92448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2"/>
                  <a:pt x="0" y="82"/>
                  <a:pt x="0" y="35"/>
                </a:cubicBezTo>
                <a:cubicBezTo>
                  <a:pt x="0" y="-12"/>
                  <a:pt x="72" y="-12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6" name=""/>
          <p:cNvSpPr/>
          <p:nvPr/>
        </p:nvSpPr>
        <p:spPr>
          <a:xfrm>
            <a:off x="1793880" y="101772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7" name=""/>
          <p:cNvSpPr/>
          <p:nvPr/>
        </p:nvSpPr>
        <p:spPr>
          <a:xfrm>
            <a:off x="1793880" y="101772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8" name=""/>
          <p:cNvSpPr/>
          <p:nvPr/>
        </p:nvSpPr>
        <p:spPr>
          <a:xfrm>
            <a:off x="1858680" y="110196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9" name=""/>
          <p:cNvSpPr/>
          <p:nvPr/>
        </p:nvSpPr>
        <p:spPr>
          <a:xfrm>
            <a:off x="1858680" y="110196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0" name=""/>
          <p:cNvSpPr/>
          <p:nvPr/>
        </p:nvSpPr>
        <p:spPr>
          <a:xfrm>
            <a:off x="1881720" y="9608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1" name=""/>
          <p:cNvSpPr/>
          <p:nvPr/>
        </p:nvSpPr>
        <p:spPr>
          <a:xfrm>
            <a:off x="1881720" y="9608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2" name=""/>
          <p:cNvSpPr/>
          <p:nvPr/>
        </p:nvSpPr>
        <p:spPr>
          <a:xfrm>
            <a:off x="1840320" y="105264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2"/>
                  <a:pt x="72" y="-12"/>
                  <a:pt x="72" y="35"/>
                </a:cubicBezTo>
                <a:cubicBezTo>
                  <a:pt x="72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3" name=""/>
          <p:cNvSpPr/>
          <p:nvPr/>
        </p:nvSpPr>
        <p:spPr>
          <a:xfrm>
            <a:off x="1840320" y="105264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2"/>
                  <a:pt x="0" y="82"/>
                  <a:pt x="0" y="35"/>
                </a:cubicBezTo>
                <a:cubicBezTo>
                  <a:pt x="0" y="-12"/>
                  <a:pt x="72" y="-12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4" name=""/>
          <p:cNvSpPr/>
          <p:nvPr/>
        </p:nvSpPr>
        <p:spPr>
          <a:xfrm>
            <a:off x="1919880" y="9349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2"/>
                  <a:pt x="0" y="82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5" name=""/>
          <p:cNvSpPr/>
          <p:nvPr/>
        </p:nvSpPr>
        <p:spPr>
          <a:xfrm>
            <a:off x="1919880" y="9349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2"/>
                  <a:pt x="0" y="82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6" name=""/>
          <p:cNvSpPr/>
          <p:nvPr/>
        </p:nvSpPr>
        <p:spPr>
          <a:xfrm>
            <a:off x="1933200" y="9820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1"/>
                  <a:pt x="71" y="-11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7" name=""/>
          <p:cNvSpPr/>
          <p:nvPr/>
        </p:nvSpPr>
        <p:spPr>
          <a:xfrm>
            <a:off x="1933200" y="9820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1"/>
                  <a:pt x="71" y="-11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8" name=""/>
          <p:cNvSpPr/>
          <p:nvPr/>
        </p:nvSpPr>
        <p:spPr>
          <a:xfrm>
            <a:off x="2089080" y="13021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9" name=""/>
          <p:cNvSpPr/>
          <p:nvPr/>
        </p:nvSpPr>
        <p:spPr>
          <a:xfrm>
            <a:off x="2089080" y="13021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2"/>
                  <a:pt x="0" y="82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0" name=""/>
          <p:cNvSpPr/>
          <p:nvPr/>
        </p:nvSpPr>
        <p:spPr>
          <a:xfrm>
            <a:off x="2181960" y="11574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1"/>
                  <a:pt x="71" y="-11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1" name=""/>
          <p:cNvSpPr/>
          <p:nvPr/>
        </p:nvSpPr>
        <p:spPr>
          <a:xfrm>
            <a:off x="2181960" y="11574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1"/>
                  <a:pt x="71" y="-11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2" name=""/>
          <p:cNvSpPr/>
          <p:nvPr/>
        </p:nvSpPr>
        <p:spPr>
          <a:xfrm>
            <a:off x="1475640" y="12067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1"/>
                  <a:pt x="71" y="-11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3" name=""/>
          <p:cNvSpPr/>
          <p:nvPr/>
        </p:nvSpPr>
        <p:spPr>
          <a:xfrm>
            <a:off x="1475640" y="12067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1"/>
                  <a:pt x="71" y="-11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4" name=""/>
          <p:cNvSpPr/>
          <p:nvPr/>
        </p:nvSpPr>
        <p:spPr>
          <a:xfrm>
            <a:off x="1562760" y="124416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5" name=""/>
          <p:cNvSpPr/>
          <p:nvPr/>
        </p:nvSpPr>
        <p:spPr>
          <a:xfrm>
            <a:off x="1562760" y="124416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6" name=""/>
          <p:cNvSpPr/>
          <p:nvPr/>
        </p:nvSpPr>
        <p:spPr>
          <a:xfrm>
            <a:off x="1558080" y="120096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7" name=""/>
          <p:cNvSpPr/>
          <p:nvPr/>
        </p:nvSpPr>
        <p:spPr>
          <a:xfrm>
            <a:off x="1558080" y="120096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8" name=""/>
          <p:cNvSpPr/>
          <p:nvPr/>
        </p:nvSpPr>
        <p:spPr>
          <a:xfrm>
            <a:off x="1509120" y="127188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9" name=""/>
          <p:cNvSpPr/>
          <p:nvPr/>
        </p:nvSpPr>
        <p:spPr>
          <a:xfrm>
            <a:off x="1509120" y="127188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0" name=""/>
          <p:cNvSpPr/>
          <p:nvPr/>
        </p:nvSpPr>
        <p:spPr>
          <a:xfrm>
            <a:off x="1381320" y="12992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1" name=""/>
          <p:cNvSpPr/>
          <p:nvPr/>
        </p:nvSpPr>
        <p:spPr>
          <a:xfrm>
            <a:off x="1381320" y="12992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2" name=""/>
          <p:cNvSpPr/>
          <p:nvPr/>
        </p:nvSpPr>
        <p:spPr>
          <a:xfrm>
            <a:off x="1589760" y="109368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3" name=""/>
          <p:cNvSpPr/>
          <p:nvPr/>
        </p:nvSpPr>
        <p:spPr>
          <a:xfrm>
            <a:off x="1589760" y="109368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4" name=""/>
          <p:cNvSpPr/>
          <p:nvPr/>
        </p:nvSpPr>
        <p:spPr>
          <a:xfrm>
            <a:off x="1475640" y="104940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5" name=""/>
          <p:cNvSpPr/>
          <p:nvPr/>
        </p:nvSpPr>
        <p:spPr>
          <a:xfrm>
            <a:off x="1475640" y="104940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6"/>
                </a:moveTo>
                <a:cubicBezTo>
                  <a:pt x="72" y="83"/>
                  <a:pt x="0" y="83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6" name=""/>
          <p:cNvSpPr/>
          <p:nvPr/>
        </p:nvSpPr>
        <p:spPr>
          <a:xfrm>
            <a:off x="1424160" y="113760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7" name=""/>
          <p:cNvSpPr/>
          <p:nvPr/>
        </p:nvSpPr>
        <p:spPr>
          <a:xfrm>
            <a:off x="1424160" y="113760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6"/>
                </a:moveTo>
                <a:cubicBezTo>
                  <a:pt x="72" y="83"/>
                  <a:pt x="0" y="83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8" name=""/>
          <p:cNvSpPr/>
          <p:nvPr/>
        </p:nvSpPr>
        <p:spPr>
          <a:xfrm>
            <a:off x="1311480" y="110340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2"/>
                  <a:pt x="72" y="-12"/>
                  <a:pt x="72" y="35"/>
                </a:cubicBezTo>
                <a:cubicBezTo>
                  <a:pt x="72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9" name=""/>
          <p:cNvSpPr/>
          <p:nvPr/>
        </p:nvSpPr>
        <p:spPr>
          <a:xfrm>
            <a:off x="1311480" y="110340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3"/>
                  <a:pt x="0" y="83"/>
                  <a:pt x="0" y="35"/>
                </a:cubicBezTo>
                <a:cubicBezTo>
                  <a:pt x="0" y="-12"/>
                  <a:pt x="72" y="-12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0" name=""/>
          <p:cNvSpPr/>
          <p:nvPr/>
        </p:nvSpPr>
        <p:spPr>
          <a:xfrm>
            <a:off x="1345320" y="12866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1" name=""/>
          <p:cNvSpPr/>
          <p:nvPr/>
        </p:nvSpPr>
        <p:spPr>
          <a:xfrm>
            <a:off x="1345320" y="12866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2" name=""/>
          <p:cNvSpPr/>
          <p:nvPr/>
        </p:nvSpPr>
        <p:spPr>
          <a:xfrm>
            <a:off x="1135440" y="128088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1"/>
                  <a:pt x="72" y="-11"/>
                  <a:pt x="72" y="35"/>
                </a:cubicBezTo>
                <a:cubicBezTo>
                  <a:pt x="72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3" name=""/>
          <p:cNvSpPr/>
          <p:nvPr/>
        </p:nvSpPr>
        <p:spPr>
          <a:xfrm>
            <a:off x="1135440" y="128088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3"/>
                  <a:pt x="0" y="83"/>
                  <a:pt x="0" y="35"/>
                </a:cubicBezTo>
                <a:cubicBezTo>
                  <a:pt x="0" y="-11"/>
                  <a:pt x="72" y="-11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4" name=""/>
          <p:cNvSpPr/>
          <p:nvPr/>
        </p:nvSpPr>
        <p:spPr>
          <a:xfrm>
            <a:off x="1024920" y="140256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5" name=""/>
          <p:cNvSpPr/>
          <p:nvPr/>
        </p:nvSpPr>
        <p:spPr>
          <a:xfrm>
            <a:off x="1024920" y="140256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6" name=""/>
          <p:cNvSpPr/>
          <p:nvPr/>
        </p:nvSpPr>
        <p:spPr>
          <a:xfrm>
            <a:off x="1240560" y="138636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7" name=""/>
          <p:cNvSpPr/>
          <p:nvPr/>
        </p:nvSpPr>
        <p:spPr>
          <a:xfrm>
            <a:off x="1240560" y="138636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8" name=""/>
          <p:cNvSpPr/>
          <p:nvPr/>
        </p:nvSpPr>
        <p:spPr>
          <a:xfrm>
            <a:off x="1221480" y="11527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9" name=""/>
          <p:cNvSpPr/>
          <p:nvPr/>
        </p:nvSpPr>
        <p:spPr>
          <a:xfrm>
            <a:off x="1221480" y="11527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2"/>
                  <a:pt x="0" y="82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0" name=""/>
          <p:cNvSpPr/>
          <p:nvPr/>
        </p:nvSpPr>
        <p:spPr>
          <a:xfrm>
            <a:off x="1263600" y="129780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1" name=""/>
          <p:cNvSpPr/>
          <p:nvPr/>
        </p:nvSpPr>
        <p:spPr>
          <a:xfrm>
            <a:off x="1263600" y="129780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2" name=""/>
          <p:cNvSpPr/>
          <p:nvPr/>
        </p:nvSpPr>
        <p:spPr>
          <a:xfrm>
            <a:off x="1344960" y="127440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3" name=""/>
          <p:cNvSpPr/>
          <p:nvPr/>
        </p:nvSpPr>
        <p:spPr>
          <a:xfrm>
            <a:off x="1344960" y="127440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6"/>
                </a:moveTo>
                <a:cubicBezTo>
                  <a:pt x="72" y="83"/>
                  <a:pt x="0" y="83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4" name=""/>
          <p:cNvSpPr/>
          <p:nvPr/>
        </p:nvSpPr>
        <p:spPr>
          <a:xfrm>
            <a:off x="1470240" y="122796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1"/>
                  <a:pt x="72" y="-11"/>
                  <a:pt x="72" y="35"/>
                </a:cubicBezTo>
                <a:cubicBezTo>
                  <a:pt x="72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5" name=""/>
          <p:cNvSpPr/>
          <p:nvPr/>
        </p:nvSpPr>
        <p:spPr>
          <a:xfrm>
            <a:off x="1470240" y="122796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3"/>
                  <a:pt x="0" y="83"/>
                  <a:pt x="0" y="35"/>
                </a:cubicBezTo>
                <a:cubicBezTo>
                  <a:pt x="0" y="-11"/>
                  <a:pt x="72" y="-11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6" name=""/>
          <p:cNvSpPr/>
          <p:nvPr/>
        </p:nvSpPr>
        <p:spPr>
          <a:xfrm>
            <a:off x="1445400" y="9198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7" name=""/>
          <p:cNvSpPr/>
          <p:nvPr/>
        </p:nvSpPr>
        <p:spPr>
          <a:xfrm>
            <a:off x="1445400" y="9198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8" name=""/>
          <p:cNvSpPr/>
          <p:nvPr/>
        </p:nvSpPr>
        <p:spPr>
          <a:xfrm>
            <a:off x="1082520" y="12708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9" name=""/>
          <p:cNvSpPr/>
          <p:nvPr/>
        </p:nvSpPr>
        <p:spPr>
          <a:xfrm>
            <a:off x="1082520" y="12708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0" name=""/>
          <p:cNvSpPr/>
          <p:nvPr/>
        </p:nvSpPr>
        <p:spPr>
          <a:xfrm>
            <a:off x="1660320" y="98244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2"/>
                  <a:pt x="0" y="82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1" name=""/>
          <p:cNvSpPr/>
          <p:nvPr/>
        </p:nvSpPr>
        <p:spPr>
          <a:xfrm>
            <a:off x="1660320" y="98244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6"/>
                </a:moveTo>
                <a:cubicBezTo>
                  <a:pt x="72" y="82"/>
                  <a:pt x="0" y="82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2" name=""/>
          <p:cNvSpPr/>
          <p:nvPr/>
        </p:nvSpPr>
        <p:spPr>
          <a:xfrm>
            <a:off x="1433160" y="110844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2"/>
                  <a:pt x="72" y="-12"/>
                  <a:pt x="72" y="35"/>
                </a:cubicBezTo>
                <a:cubicBezTo>
                  <a:pt x="72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3" name=""/>
          <p:cNvSpPr/>
          <p:nvPr/>
        </p:nvSpPr>
        <p:spPr>
          <a:xfrm>
            <a:off x="1433160" y="110844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3"/>
                  <a:pt x="0" y="83"/>
                  <a:pt x="0" y="35"/>
                </a:cubicBezTo>
                <a:cubicBezTo>
                  <a:pt x="0" y="-12"/>
                  <a:pt x="72" y="-12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4" name=""/>
          <p:cNvSpPr/>
          <p:nvPr/>
        </p:nvSpPr>
        <p:spPr>
          <a:xfrm>
            <a:off x="1836000" y="9324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2"/>
                  <a:pt x="0" y="82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5" name=""/>
          <p:cNvSpPr/>
          <p:nvPr/>
        </p:nvSpPr>
        <p:spPr>
          <a:xfrm>
            <a:off x="1836000" y="9324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2"/>
                  <a:pt x="0" y="82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6" name=""/>
          <p:cNvSpPr/>
          <p:nvPr/>
        </p:nvSpPr>
        <p:spPr>
          <a:xfrm>
            <a:off x="2037240" y="11714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7" name=""/>
          <p:cNvSpPr/>
          <p:nvPr/>
        </p:nvSpPr>
        <p:spPr>
          <a:xfrm>
            <a:off x="2037240" y="11714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8" name=""/>
          <p:cNvSpPr/>
          <p:nvPr/>
        </p:nvSpPr>
        <p:spPr>
          <a:xfrm>
            <a:off x="1474920" y="12456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9" name=""/>
          <p:cNvSpPr/>
          <p:nvPr/>
        </p:nvSpPr>
        <p:spPr>
          <a:xfrm>
            <a:off x="1474920" y="12456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0" name=""/>
          <p:cNvSpPr/>
          <p:nvPr/>
        </p:nvSpPr>
        <p:spPr>
          <a:xfrm>
            <a:off x="1544760" y="124848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1" name=""/>
          <p:cNvSpPr/>
          <p:nvPr/>
        </p:nvSpPr>
        <p:spPr>
          <a:xfrm>
            <a:off x="1544760" y="124848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2" name=""/>
          <p:cNvSpPr/>
          <p:nvPr/>
        </p:nvSpPr>
        <p:spPr>
          <a:xfrm>
            <a:off x="1325160" y="139464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3" name=""/>
          <p:cNvSpPr/>
          <p:nvPr/>
        </p:nvSpPr>
        <p:spPr>
          <a:xfrm>
            <a:off x="1325160" y="139464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4" name=""/>
          <p:cNvSpPr/>
          <p:nvPr/>
        </p:nvSpPr>
        <p:spPr>
          <a:xfrm>
            <a:off x="1481040" y="12956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5" name=""/>
          <p:cNvSpPr/>
          <p:nvPr/>
        </p:nvSpPr>
        <p:spPr>
          <a:xfrm>
            <a:off x="1481040" y="12956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6" name=""/>
          <p:cNvSpPr/>
          <p:nvPr/>
        </p:nvSpPr>
        <p:spPr>
          <a:xfrm>
            <a:off x="1671480" y="10810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7" name=""/>
          <p:cNvSpPr/>
          <p:nvPr/>
        </p:nvSpPr>
        <p:spPr>
          <a:xfrm>
            <a:off x="1671480" y="10810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2"/>
                  <a:pt x="0" y="82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8" name=""/>
          <p:cNvSpPr/>
          <p:nvPr/>
        </p:nvSpPr>
        <p:spPr>
          <a:xfrm>
            <a:off x="1638360" y="12625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2"/>
                  <a:pt x="0" y="82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9" name=""/>
          <p:cNvSpPr/>
          <p:nvPr/>
        </p:nvSpPr>
        <p:spPr>
          <a:xfrm>
            <a:off x="1638360" y="12625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2"/>
                  <a:pt x="0" y="82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0" name=""/>
          <p:cNvSpPr/>
          <p:nvPr/>
        </p:nvSpPr>
        <p:spPr>
          <a:xfrm>
            <a:off x="1526760" y="109296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1" name=""/>
          <p:cNvSpPr/>
          <p:nvPr/>
        </p:nvSpPr>
        <p:spPr>
          <a:xfrm>
            <a:off x="1526760" y="109296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2" name=""/>
          <p:cNvSpPr/>
          <p:nvPr/>
        </p:nvSpPr>
        <p:spPr>
          <a:xfrm>
            <a:off x="1556280" y="993240"/>
            <a:ext cx="25920" cy="25920"/>
          </a:xfrm>
          <a:custGeom>
            <a:avLst/>
            <a:gdLst/>
            <a:ahLst/>
            <a:rect l="0" t="0" r="r" b="b"/>
            <a:pathLst>
              <a:path w="72" h="72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3" name=""/>
          <p:cNvSpPr/>
          <p:nvPr/>
        </p:nvSpPr>
        <p:spPr>
          <a:xfrm>
            <a:off x="1556280" y="993240"/>
            <a:ext cx="25920" cy="25920"/>
          </a:xfrm>
          <a:custGeom>
            <a:avLst/>
            <a:gdLst/>
            <a:ahLst/>
            <a:rect l="0" t="0" r="r" b="b"/>
            <a:pathLst>
              <a:path fill="none" w="72" h="72">
                <a:moveTo>
                  <a:pt x="72" y="36"/>
                </a:moveTo>
                <a:cubicBezTo>
                  <a:pt x="72" y="84"/>
                  <a:pt x="0" y="84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4" name=""/>
          <p:cNvSpPr/>
          <p:nvPr/>
        </p:nvSpPr>
        <p:spPr>
          <a:xfrm>
            <a:off x="1567800" y="81000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5" name=""/>
          <p:cNvSpPr/>
          <p:nvPr/>
        </p:nvSpPr>
        <p:spPr>
          <a:xfrm>
            <a:off x="1567800" y="81000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6"/>
                </a:moveTo>
                <a:cubicBezTo>
                  <a:pt x="72" y="83"/>
                  <a:pt x="0" y="83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6" name=""/>
          <p:cNvSpPr/>
          <p:nvPr/>
        </p:nvSpPr>
        <p:spPr>
          <a:xfrm>
            <a:off x="1555200" y="107172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7" name=""/>
          <p:cNvSpPr/>
          <p:nvPr/>
        </p:nvSpPr>
        <p:spPr>
          <a:xfrm>
            <a:off x="1555200" y="107172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8" name=""/>
          <p:cNvSpPr/>
          <p:nvPr/>
        </p:nvSpPr>
        <p:spPr>
          <a:xfrm>
            <a:off x="1572840" y="126936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9" name=""/>
          <p:cNvSpPr/>
          <p:nvPr/>
        </p:nvSpPr>
        <p:spPr>
          <a:xfrm>
            <a:off x="1572840" y="126936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0" name=""/>
          <p:cNvSpPr/>
          <p:nvPr/>
        </p:nvSpPr>
        <p:spPr>
          <a:xfrm>
            <a:off x="1699920" y="9756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1" name=""/>
          <p:cNvSpPr/>
          <p:nvPr/>
        </p:nvSpPr>
        <p:spPr>
          <a:xfrm>
            <a:off x="1699920" y="9756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2"/>
                  <a:pt x="0" y="82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2" name=""/>
          <p:cNvSpPr/>
          <p:nvPr/>
        </p:nvSpPr>
        <p:spPr>
          <a:xfrm>
            <a:off x="1640880" y="11790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3" name=""/>
          <p:cNvSpPr/>
          <p:nvPr/>
        </p:nvSpPr>
        <p:spPr>
          <a:xfrm>
            <a:off x="1640880" y="11790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4" name=""/>
          <p:cNvSpPr/>
          <p:nvPr/>
        </p:nvSpPr>
        <p:spPr>
          <a:xfrm>
            <a:off x="1624320" y="104256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5" name=""/>
          <p:cNvSpPr/>
          <p:nvPr/>
        </p:nvSpPr>
        <p:spPr>
          <a:xfrm>
            <a:off x="1624320" y="104256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6" name=""/>
          <p:cNvSpPr/>
          <p:nvPr/>
        </p:nvSpPr>
        <p:spPr>
          <a:xfrm>
            <a:off x="1694520" y="119988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7" name=""/>
          <p:cNvSpPr/>
          <p:nvPr/>
        </p:nvSpPr>
        <p:spPr>
          <a:xfrm>
            <a:off x="1694520" y="119988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8" name=""/>
          <p:cNvSpPr/>
          <p:nvPr/>
        </p:nvSpPr>
        <p:spPr>
          <a:xfrm>
            <a:off x="1633320" y="100620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2"/>
                  <a:pt x="72" y="-12"/>
                  <a:pt x="72" y="35"/>
                </a:cubicBezTo>
                <a:cubicBezTo>
                  <a:pt x="72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9" name=""/>
          <p:cNvSpPr/>
          <p:nvPr/>
        </p:nvSpPr>
        <p:spPr>
          <a:xfrm>
            <a:off x="1633320" y="100620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3"/>
                  <a:pt x="0" y="83"/>
                  <a:pt x="0" y="35"/>
                </a:cubicBezTo>
                <a:cubicBezTo>
                  <a:pt x="0" y="-12"/>
                  <a:pt x="72" y="-12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0" name=""/>
          <p:cNvSpPr/>
          <p:nvPr/>
        </p:nvSpPr>
        <p:spPr>
          <a:xfrm>
            <a:off x="1661400" y="11041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1" name=""/>
          <p:cNvSpPr/>
          <p:nvPr/>
        </p:nvSpPr>
        <p:spPr>
          <a:xfrm>
            <a:off x="1661400" y="11041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2" name=""/>
          <p:cNvSpPr/>
          <p:nvPr/>
        </p:nvSpPr>
        <p:spPr>
          <a:xfrm>
            <a:off x="1816920" y="10512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3" name=""/>
          <p:cNvSpPr/>
          <p:nvPr/>
        </p:nvSpPr>
        <p:spPr>
          <a:xfrm>
            <a:off x="1816920" y="10512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4" name=""/>
          <p:cNvSpPr/>
          <p:nvPr/>
        </p:nvSpPr>
        <p:spPr>
          <a:xfrm>
            <a:off x="1912680" y="11412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5" name=""/>
          <p:cNvSpPr/>
          <p:nvPr/>
        </p:nvSpPr>
        <p:spPr>
          <a:xfrm>
            <a:off x="1912680" y="11412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6" name=""/>
          <p:cNvSpPr/>
          <p:nvPr/>
        </p:nvSpPr>
        <p:spPr>
          <a:xfrm>
            <a:off x="1876680" y="11548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7" name=""/>
          <p:cNvSpPr/>
          <p:nvPr/>
        </p:nvSpPr>
        <p:spPr>
          <a:xfrm>
            <a:off x="1876680" y="11548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8" name=""/>
          <p:cNvSpPr/>
          <p:nvPr/>
        </p:nvSpPr>
        <p:spPr>
          <a:xfrm>
            <a:off x="2110320" y="106056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9" name=""/>
          <p:cNvSpPr/>
          <p:nvPr/>
        </p:nvSpPr>
        <p:spPr>
          <a:xfrm>
            <a:off x="2110320" y="106056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2"/>
                  <a:pt x="0" y="82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0" name=""/>
          <p:cNvSpPr/>
          <p:nvPr/>
        </p:nvSpPr>
        <p:spPr>
          <a:xfrm>
            <a:off x="1317240" y="138744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2"/>
                  <a:pt x="0" y="82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1" name=""/>
          <p:cNvSpPr/>
          <p:nvPr/>
        </p:nvSpPr>
        <p:spPr>
          <a:xfrm>
            <a:off x="1317240" y="138744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6"/>
                </a:moveTo>
                <a:cubicBezTo>
                  <a:pt x="72" y="82"/>
                  <a:pt x="0" y="82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2" name=""/>
          <p:cNvSpPr/>
          <p:nvPr/>
        </p:nvSpPr>
        <p:spPr>
          <a:xfrm>
            <a:off x="1612800" y="134748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2"/>
                  <a:pt x="72" y="-12"/>
                  <a:pt x="72" y="35"/>
                </a:cubicBezTo>
                <a:cubicBezTo>
                  <a:pt x="72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3" name=""/>
          <p:cNvSpPr/>
          <p:nvPr/>
        </p:nvSpPr>
        <p:spPr>
          <a:xfrm>
            <a:off x="1612800" y="134748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3"/>
                  <a:pt x="0" y="83"/>
                  <a:pt x="0" y="35"/>
                </a:cubicBezTo>
                <a:cubicBezTo>
                  <a:pt x="0" y="-12"/>
                  <a:pt x="72" y="-12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4" name=""/>
          <p:cNvSpPr/>
          <p:nvPr/>
        </p:nvSpPr>
        <p:spPr>
          <a:xfrm>
            <a:off x="1800720" y="115164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2"/>
                  <a:pt x="72" y="-12"/>
                  <a:pt x="72" y="35"/>
                </a:cubicBezTo>
                <a:cubicBezTo>
                  <a:pt x="72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5" name=""/>
          <p:cNvSpPr/>
          <p:nvPr/>
        </p:nvSpPr>
        <p:spPr>
          <a:xfrm>
            <a:off x="1800720" y="115164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2"/>
                  <a:pt x="0" y="82"/>
                  <a:pt x="0" y="35"/>
                </a:cubicBezTo>
                <a:cubicBezTo>
                  <a:pt x="0" y="-12"/>
                  <a:pt x="72" y="-12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6" name=""/>
          <p:cNvSpPr/>
          <p:nvPr/>
        </p:nvSpPr>
        <p:spPr>
          <a:xfrm>
            <a:off x="1783080" y="119484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2"/>
                  <a:pt x="72" y="-12"/>
                  <a:pt x="72" y="35"/>
                </a:cubicBezTo>
                <a:cubicBezTo>
                  <a:pt x="72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7" name=""/>
          <p:cNvSpPr/>
          <p:nvPr/>
        </p:nvSpPr>
        <p:spPr>
          <a:xfrm>
            <a:off x="1783080" y="119484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3"/>
                  <a:pt x="0" y="83"/>
                  <a:pt x="0" y="35"/>
                </a:cubicBezTo>
                <a:cubicBezTo>
                  <a:pt x="0" y="-12"/>
                  <a:pt x="72" y="-12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8" name=""/>
          <p:cNvSpPr/>
          <p:nvPr/>
        </p:nvSpPr>
        <p:spPr>
          <a:xfrm>
            <a:off x="1875240" y="1149840"/>
            <a:ext cx="25920" cy="25920"/>
          </a:xfrm>
          <a:custGeom>
            <a:avLst/>
            <a:gdLst/>
            <a:ahLst/>
            <a:rect l="0" t="0" r="r" b="b"/>
            <a:pathLst>
              <a:path w="72" h="72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9" name=""/>
          <p:cNvSpPr/>
          <p:nvPr/>
        </p:nvSpPr>
        <p:spPr>
          <a:xfrm>
            <a:off x="1875240" y="1149840"/>
            <a:ext cx="25920" cy="25920"/>
          </a:xfrm>
          <a:custGeom>
            <a:avLst/>
            <a:gdLst/>
            <a:ahLst/>
            <a:rect l="0" t="0" r="r" b="b"/>
            <a:pathLst>
              <a:path fill="none" w="72" h="72">
                <a:moveTo>
                  <a:pt x="72" y="36"/>
                </a:moveTo>
                <a:cubicBezTo>
                  <a:pt x="72" y="84"/>
                  <a:pt x="0" y="84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0" name=""/>
          <p:cNvSpPr/>
          <p:nvPr/>
        </p:nvSpPr>
        <p:spPr>
          <a:xfrm>
            <a:off x="1875240" y="11700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1" name=""/>
          <p:cNvSpPr/>
          <p:nvPr/>
        </p:nvSpPr>
        <p:spPr>
          <a:xfrm>
            <a:off x="1875240" y="11700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2" name=""/>
          <p:cNvSpPr/>
          <p:nvPr/>
        </p:nvSpPr>
        <p:spPr>
          <a:xfrm>
            <a:off x="1869480" y="97956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1"/>
                  <a:pt x="71" y="-11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3" name=""/>
          <p:cNvSpPr/>
          <p:nvPr/>
        </p:nvSpPr>
        <p:spPr>
          <a:xfrm>
            <a:off x="1869480" y="97956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1"/>
                  <a:pt x="71" y="-11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4" name=""/>
          <p:cNvSpPr/>
          <p:nvPr/>
        </p:nvSpPr>
        <p:spPr>
          <a:xfrm>
            <a:off x="1814400" y="9691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5" name=""/>
          <p:cNvSpPr/>
          <p:nvPr/>
        </p:nvSpPr>
        <p:spPr>
          <a:xfrm>
            <a:off x="1814400" y="9691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6" name=""/>
          <p:cNvSpPr/>
          <p:nvPr/>
        </p:nvSpPr>
        <p:spPr>
          <a:xfrm>
            <a:off x="1887480" y="101844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7" name=""/>
          <p:cNvSpPr/>
          <p:nvPr/>
        </p:nvSpPr>
        <p:spPr>
          <a:xfrm>
            <a:off x="1887480" y="101844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8" name=""/>
          <p:cNvSpPr/>
          <p:nvPr/>
        </p:nvSpPr>
        <p:spPr>
          <a:xfrm>
            <a:off x="1957320" y="91584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9" name=""/>
          <p:cNvSpPr/>
          <p:nvPr/>
        </p:nvSpPr>
        <p:spPr>
          <a:xfrm>
            <a:off x="1957320" y="91584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0" name=""/>
          <p:cNvSpPr/>
          <p:nvPr/>
        </p:nvSpPr>
        <p:spPr>
          <a:xfrm>
            <a:off x="1958400" y="9007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1"/>
                  <a:pt x="71" y="-11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1" name=""/>
          <p:cNvSpPr/>
          <p:nvPr/>
        </p:nvSpPr>
        <p:spPr>
          <a:xfrm>
            <a:off x="1958400" y="9007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1"/>
                  <a:pt x="71" y="-11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2" name=""/>
          <p:cNvSpPr/>
          <p:nvPr/>
        </p:nvSpPr>
        <p:spPr>
          <a:xfrm>
            <a:off x="1929600" y="87876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3" name=""/>
          <p:cNvSpPr/>
          <p:nvPr/>
        </p:nvSpPr>
        <p:spPr>
          <a:xfrm>
            <a:off x="1929600" y="87876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4" name=""/>
          <p:cNvSpPr/>
          <p:nvPr/>
        </p:nvSpPr>
        <p:spPr>
          <a:xfrm>
            <a:off x="1919160" y="90036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5" name=""/>
          <p:cNvSpPr/>
          <p:nvPr/>
        </p:nvSpPr>
        <p:spPr>
          <a:xfrm>
            <a:off x="1919160" y="90036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6" name=""/>
          <p:cNvSpPr/>
          <p:nvPr/>
        </p:nvSpPr>
        <p:spPr>
          <a:xfrm>
            <a:off x="1541520" y="119448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7" name=""/>
          <p:cNvSpPr/>
          <p:nvPr/>
        </p:nvSpPr>
        <p:spPr>
          <a:xfrm>
            <a:off x="1541520" y="119448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8" name=""/>
          <p:cNvSpPr/>
          <p:nvPr/>
        </p:nvSpPr>
        <p:spPr>
          <a:xfrm>
            <a:off x="912960" y="13903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9" name=""/>
          <p:cNvSpPr/>
          <p:nvPr/>
        </p:nvSpPr>
        <p:spPr>
          <a:xfrm>
            <a:off x="912960" y="13903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0" name=""/>
          <p:cNvSpPr/>
          <p:nvPr/>
        </p:nvSpPr>
        <p:spPr>
          <a:xfrm>
            <a:off x="1579320" y="10609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2"/>
                  <a:pt x="0" y="82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1" name=""/>
          <p:cNvSpPr/>
          <p:nvPr/>
        </p:nvSpPr>
        <p:spPr>
          <a:xfrm>
            <a:off x="1579320" y="10609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2"/>
                  <a:pt x="0" y="82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2" name=""/>
          <p:cNvSpPr/>
          <p:nvPr/>
        </p:nvSpPr>
        <p:spPr>
          <a:xfrm>
            <a:off x="1436760" y="131220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3" name=""/>
          <p:cNvSpPr/>
          <p:nvPr/>
        </p:nvSpPr>
        <p:spPr>
          <a:xfrm>
            <a:off x="1436760" y="131220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6"/>
                </a:moveTo>
                <a:cubicBezTo>
                  <a:pt x="72" y="83"/>
                  <a:pt x="0" y="83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4" name=""/>
          <p:cNvSpPr/>
          <p:nvPr/>
        </p:nvSpPr>
        <p:spPr>
          <a:xfrm>
            <a:off x="1373760" y="125100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5" name=""/>
          <p:cNvSpPr/>
          <p:nvPr/>
        </p:nvSpPr>
        <p:spPr>
          <a:xfrm>
            <a:off x="1373760" y="125100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6" name=""/>
          <p:cNvSpPr/>
          <p:nvPr/>
        </p:nvSpPr>
        <p:spPr>
          <a:xfrm>
            <a:off x="1614600" y="11768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7" name=""/>
          <p:cNvSpPr/>
          <p:nvPr/>
        </p:nvSpPr>
        <p:spPr>
          <a:xfrm>
            <a:off x="1614600" y="11768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8" name=""/>
          <p:cNvSpPr/>
          <p:nvPr/>
        </p:nvSpPr>
        <p:spPr>
          <a:xfrm>
            <a:off x="1383480" y="12096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9" name=""/>
          <p:cNvSpPr/>
          <p:nvPr/>
        </p:nvSpPr>
        <p:spPr>
          <a:xfrm>
            <a:off x="1383480" y="12096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0" name=""/>
          <p:cNvSpPr/>
          <p:nvPr/>
        </p:nvSpPr>
        <p:spPr>
          <a:xfrm>
            <a:off x="1403280" y="12661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2"/>
                  <a:pt x="0" y="82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1" name=""/>
          <p:cNvSpPr/>
          <p:nvPr/>
        </p:nvSpPr>
        <p:spPr>
          <a:xfrm>
            <a:off x="1403280" y="12661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2"/>
                  <a:pt x="0" y="82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2" name=""/>
          <p:cNvSpPr/>
          <p:nvPr/>
        </p:nvSpPr>
        <p:spPr>
          <a:xfrm>
            <a:off x="1658160" y="112356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3" name=""/>
          <p:cNvSpPr/>
          <p:nvPr/>
        </p:nvSpPr>
        <p:spPr>
          <a:xfrm>
            <a:off x="1658160" y="112356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4" name=""/>
          <p:cNvSpPr/>
          <p:nvPr/>
        </p:nvSpPr>
        <p:spPr>
          <a:xfrm>
            <a:off x="1584000" y="117504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5" name=""/>
          <p:cNvSpPr/>
          <p:nvPr/>
        </p:nvSpPr>
        <p:spPr>
          <a:xfrm>
            <a:off x="1584000" y="117504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6" name=""/>
          <p:cNvSpPr/>
          <p:nvPr/>
        </p:nvSpPr>
        <p:spPr>
          <a:xfrm>
            <a:off x="1787400" y="102600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2"/>
                  <a:pt x="72" y="-12"/>
                  <a:pt x="72" y="35"/>
                </a:cubicBezTo>
                <a:cubicBezTo>
                  <a:pt x="72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7" name=""/>
          <p:cNvSpPr/>
          <p:nvPr/>
        </p:nvSpPr>
        <p:spPr>
          <a:xfrm>
            <a:off x="1787400" y="102600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3"/>
                  <a:pt x="0" y="83"/>
                  <a:pt x="0" y="35"/>
                </a:cubicBezTo>
                <a:cubicBezTo>
                  <a:pt x="0" y="-12"/>
                  <a:pt x="72" y="-12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8" name=""/>
          <p:cNvSpPr/>
          <p:nvPr/>
        </p:nvSpPr>
        <p:spPr>
          <a:xfrm>
            <a:off x="1844640" y="846720"/>
            <a:ext cx="25920" cy="25920"/>
          </a:xfrm>
          <a:custGeom>
            <a:avLst/>
            <a:gdLst/>
            <a:ahLst/>
            <a:rect l="0" t="0" r="r" b="b"/>
            <a:pathLst>
              <a:path w="72" h="72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9" name=""/>
          <p:cNvSpPr/>
          <p:nvPr/>
        </p:nvSpPr>
        <p:spPr>
          <a:xfrm>
            <a:off x="1844640" y="846720"/>
            <a:ext cx="25920" cy="25920"/>
          </a:xfrm>
          <a:custGeom>
            <a:avLst/>
            <a:gdLst/>
            <a:ahLst/>
            <a:rect l="0" t="0" r="r" b="b"/>
            <a:pathLst>
              <a:path fill="none" w="72" h="72">
                <a:moveTo>
                  <a:pt x="72" y="36"/>
                </a:moveTo>
                <a:cubicBezTo>
                  <a:pt x="72" y="84"/>
                  <a:pt x="0" y="84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0" name=""/>
          <p:cNvSpPr/>
          <p:nvPr/>
        </p:nvSpPr>
        <p:spPr>
          <a:xfrm>
            <a:off x="1843920" y="79632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1" name=""/>
          <p:cNvSpPr/>
          <p:nvPr/>
        </p:nvSpPr>
        <p:spPr>
          <a:xfrm>
            <a:off x="1843920" y="79632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2" name=""/>
          <p:cNvSpPr/>
          <p:nvPr/>
        </p:nvSpPr>
        <p:spPr>
          <a:xfrm>
            <a:off x="1762920" y="94212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3" name=""/>
          <p:cNvSpPr/>
          <p:nvPr/>
        </p:nvSpPr>
        <p:spPr>
          <a:xfrm>
            <a:off x="1762920" y="94212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4" name=""/>
          <p:cNvSpPr/>
          <p:nvPr/>
        </p:nvSpPr>
        <p:spPr>
          <a:xfrm>
            <a:off x="1882080" y="10742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5" name=""/>
          <p:cNvSpPr/>
          <p:nvPr/>
        </p:nvSpPr>
        <p:spPr>
          <a:xfrm>
            <a:off x="1882080" y="10742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6" name=""/>
          <p:cNvSpPr/>
          <p:nvPr/>
        </p:nvSpPr>
        <p:spPr>
          <a:xfrm>
            <a:off x="1937160" y="78732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7" name=""/>
          <p:cNvSpPr/>
          <p:nvPr/>
        </p:nvSpPr>
        <p:spPr>
          <a:xfrm>
            <a:off x="1937160" y="78732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6"/>
                </a:moveTo>
                <a:cubicBezTo>
                  <a:pt x="72" y="83"/>
                  <a:pt x="0" y="83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8" name=""/>
          <p:cNvSpPr/>
          <p:nvPr/>
        </p:nvSpPr>
        <p:spPr>
          <a:xfrm>
            <a:off x="1954800" y="10400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9" name=""/>
          <p:cNvSpPr/>
          <p:nvPr/>
        </p:nvSpPr>
        <p:spPr>
          <a:xfrm>
            <a:off x="1954800" y="10400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0" name=""/>
          <p:cNvSpPr/>
          <p:nvPr/>
        </p:nvSpPr>
        <p:spPr>
          <a:xfrm>
            <a:off x="1890000" y="106776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1" name=""/>
          <p:cNvSpPr/>
          <p:nvPr/>
        </p:nvSpPr>
        <p:spPr>
          <a:xfrm>
            <a:off x="1890000" y="106776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2" name=""/>
          <p:cNvSpPr/>
          <p:nvPr/>
        </p:nvSpPr>
        <p:spPr>
          <a:xfrm>
            <a:off x="1895760" y="11318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3" name=""/>
          <p:cNvSpPr/>
          <p:nvPr/>
        </p:nvSpPr>
        <p:spPr>
          <a:xfrm>
            <a:off x="1895760" y="11318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2"/>
                  <a:pt x="0" y="82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4" name=""/>
          <p:cNvSpPr/>
          <p:nvPr/>
        </p:nvSpPr>
        <p:spPr>
          <a:xfrm>
            <a:off x="1900080" y="10108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5" name=""/>
          <p:cNvSpPr/>
          <p:nvPr/>
        </p:nvSpPr>
        <p:spPr>
          <a:xfrm>
            <a:off x="1900080" y="10108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6" name=""/>
          <p:cNvSpPr/>
          <p:nvPr/>
        </p:nvSpPr>
        <p:spPr>
          <a:xfrm>
            <a:off x="1944720" y="11887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7" name=""/>
          <p:cNvSpPr/>
          <p:nvPr/>
        </p:nvSpPr>
        <p:spPr>
          <a:xfrm>
            <a:off x="1944720" y="11887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8" name=""/>
          <p:cNvSpPr/>
          <p:nvPr/>
        </p:nvSpPr>
        <p:spPr>
          <a:xfrm>
            <a:off x="2010600" y="89820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29" name=""/>
          <p:cNvSpPr/>
          <p:nvPr/>
        </p:nvSpPr>
        <p:spPr>
          <a:xfrm>
            <a:off x="2010600" y="89820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0" name=""/>
          <p:cNvSpPr/>
          <p:nvPr/>
        </p:nvSpPr>
        <p:spPr>
          <a:xfrm>
            <a:off x="2136240" y="10724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1" name=""/>
          <p:cNvSpPr/>
          <p:nvPr/>
        </p:nvSpPr>
        <p:spPr>
          <a:xfrm>
            <a:off x="2136240" y="10724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2" name=""/>
          <p:cNvSpPr/>
          <p:nvPr/>
        </p:nvSpPr>
        <p:spPr>
          <a:xfrm>
            <a:off x="1732320" y="122040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2"/>
                  <a:pt x="72" y="-12"/>
                  <a:pt x="72" y="35"/>
                </a:cubicBezTo>
                <a:cubicBezTo>
                  <a:pt x="72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3" name=""/>
          <p:cNvSpPr/>
          <p:nvPr/>
        </p:nvSpPr>
        <p:spPr>
          <a:xfrm>
            <a:off x="1732320" y="122040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3"/>
                  <a:pt x="0" y="83"/>
                  <a:pt x="0" y="35"/>
                </a:cubicBezTo>
                <a:cubicBezTo>
                  <a:pt x="0" y="-12"/>
                  <a:pt x="72" y="-12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4" name=""/>
          <p:cNvSpPr/>
          <p:nvPr/>
        </p:nvSpPr>
        <p:spPr>
          <a:xfrm>
            <a:off x="1606320" y="134676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5" name=""/>
          <p:cNvSpPr/>
          <p:nvPr/>
        </p:nvSpPr>
        <p:spPr>
          <a:xfrm>
            <a:off x="1606320" y="134676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6" name=""/>
          <p:cNvSpPr/>
          <p:nvPr/>
        </p:nvSpPr>
        <p:spPr>
          <a:xfrm>
            <a:off x="1787760" y="10072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1"/>
                  <a:pt x="71" y="-11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7" name=""/>
          <p:cNvSpPr/>
          <p:nvPr/>
        </p:nvSpPr>
        <p:spPr>
          <a:xfrm>
            <a:off x="1787760" y="10072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1"/>
                  <a:pt x="71" y="-11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8" name=""/>
          <p:cNvSpPr/>
          <p:nvPr/>
        </p:nvSpPr>
        <p:spPr>
          <a:xfrm>
            <a:off x="1735200" y="11872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9" name=""/>
          <p:cNvSpPr/>
          <p:nvPr/>
        </p:nvSpPr>
        <p:spPr>
          <a:xfrm>
            <a:off x="1735200" y="11872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0" name=""/>
          <p:cNvSpPr/>
          <p:nvPr/>
        </p:nvSpPr>
        <p:spPr>
          <a:xfrm>
            <a:off x="1971000" y="9738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1" name=""/>
          <p:cNvSpPr/>
          <p:nvPr/>
        </p:nvSpPr>
        <p:spPr>
          <a:xfrm>
            <a:off x="1971000" y="9738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2" name=""/>
          <p:cNvSpPr/>
          <p:nvPr/>
        </p:nvSpPr>
        <p:spPr>
          <a:xfrm>
            <a:off x="2061360" y="96300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3" name=""/>
          <p:cNvSpPr/>
          <p:nvPr/>
        </p:nvSpPr>
        <p:spPr>
          <a:xfrm>
            <a:off x="2061360" y="96300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6"/>
                </a:moveTo>
                <a:cubicBezTo>
                  <a:pt x="72" y="83"/>
                  <a:pt x="0" y="83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4" name=""/>
          <p:cNvSpPr/>
          <p:nvPr/>
        </p:nvSpPr>
        <p:spPr>
          <a:xfrm>
            <a:off x="2055600" y="90288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2"/>
                  <a:pt x="72" y="-12"/>
                  <a:pt x="72" y="35"/>
                </a:cubicBezTo>
                <a:cubicBezTo>
                  <a:pt x="72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5" name=""/>
          <p:cNvSpPr/>
          <p:nvPr/>
        </p:nvSpPr>
        <p:spPr>
          <a:xfrm>
            <a:off x="2055600" y="90288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3"/>
                  <a:pt x="0" y="83"/>
                  <a:pt x="0" y="35"/>
                </a:cubicBezTo>
                <a:cubicBezTo>
                  <a:pt x="0" y="-12"/>
                  <a:pt x="72" y="-12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6" name=""/>
          <p:cNvSpPr/>
          <p:nvPr/>
        </p:nvSpPr>
        <p:spPr>
          <a:xfrm>
            <a:off x="2078640" y="9802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7" name=""/>
          <p:cNvSpPr/>
          <p:nvPr/>
        </p:nvSpPr>
        <p:spPr>
          <a:xfrm>
            <a:off x="2078640" y="9802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8" name=""/>
          <p:cNvSpPr/>
          <p:nvPr/>
        </p:nvSpPr>
        <p:spPr>
          <a:xfrm>
            <a:off x="2117880" y="90360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2"/>
                  <a:pt x="72" y="-12"/>
                  <a:pt x="72" y="35"/>
                </a:cubicBezTo>
                <a:cubicBezTo>
                  <a:pt x="72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9" name=""/>
          <p:cNvSpPr/>
          <p:nvPr/>
        </p:nvSpPr>
        <p:spPr>
          <a:xfrm>
            <a:off x="2117880" y="90360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3"/>
                  <a:pt x="0" y="83"/>
                  <a:pt x="0" y="35"/>
                </a:cubicBezTo>
                <a:cubicBezTo>
                  <a:pt x="0" y="-12"/>
                  <a:pt x="72" y="-12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0" name=""/>
          <p:cNvSpPr/>
          <p:nvPr/>
        </p:nvSpPr>
        <p:spPr>
          <a:xfrm>
            <a:off x="2163960" y="8082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1" name=""/>
          <p:cNvSpPr/>
          <p:nvPr/>
        </p:nvSpPr>
        <p:spPr>
          <a:xfrm>
            <a:off x="2163960" y="8082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2" name=""/>
          <p:cNvSpPr/>
          <p:nvPr/>
        </p:nvSpPr>
        <p:spPr>
          <a:xfrm>
            <a:off x="2143080" y="9115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2"/>
                  <a:pt x="0" y="82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3" name=""/>
          <p:cNvSpPr/>
          <p:nvPr/>
        </p:nvSpPr>
        <p:spPr>
          <a:xfrm>
            <a:off x="2143080" y="9115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2"/>
                  <a:pt x="0" y="82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4" name=""/>
          <p:cNvSpPr/>
          <p:nvPr/>
        </p:nvSpPr>
        <p:spPr>
          <a:xfrm>
            <a:off x="2185920" y="9572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1"/>
                  <a:pt x="71" y="-11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5" name=""/>
          <p:cNvSpPr/>
          <p:nvPr/>
        </p:nvSpPr>
        <p:spPr>
          <a:xfrm>
            <a:off x="2185920" y="9572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1"/>
                  <a:pt x="71" y="-11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6" name=""/>
          <p:cNvSpPr/>
          <p:nvPr/>
        </p:nvSpPr>
        <p:spPr>
          <a:xfrm>
            <a:off x="2170080" y="84132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2"/>
                  <a:pt x="72" y="-12"/>
                  <a:pt x="72" y="35"/>
                </a:cubicBezTo>
                <a:cubicBezTo>
                  <a:pt x="72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7" name=""/>
          <p:cNvSpPr/>
          <p:nvPr/>
        </p:nvSpPr>
        <p:spPr>
          <a:xfrm>
            <a:off x="2170080" y="84132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3"/>
                  <a:pt x="0" y="83"/>
                  <a:pt x="0" y="35"/>
                </a:cubicBezTo>
                <a:cubicBezTo>
                  <a:pt x="0" y="-12"/>
                  <a:pt x="72" y="-12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8" name=""/>
          <p:cNvSpPr/>
          <p:nvPr/>
        </p:nvSpPr>
        <p:spPr>
          <a:xfrm>
            <a:off x="2117520" y="84096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9" name=""/>
          <p:cNvSpPr/>
          <p:nvPr/>
        </p:nvSpPr>
        <p:spPr>
          <a:xfrm>
            <a:off x="2117520" y="84096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0" name=""/>
          <p:cNvSpPr/>
          <p:nvPr/>
        </p:nvSpPr>
        <p:spPr>
          <a:xfrm>
            <a:off x="2102040" y="72936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1" name=""/>
          <p:cNvSpPr/>
          <p:nvPr/>
        </p:nvSpPr>
        <p:spPr>
          <a:xfrm>
            <a:off x="2102040" y="72936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2"/>
                  <a:pt x="0" y="82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2" name=""/>
          <p:cNvSpPr/>
          <p:nvPr/>
        </p:nvSpPr>
        <p:spPr>
          <a:xfrm>
            <a:off x="2157120" y="10807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3" name=""/>
          <p:cNvSpPr/>
          <p:nvPr/>
        </p:nvSpPr>
        <p:spPr>
          <a:xfrm>
            <a:off x="2157120" y="10807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2"/>
                  <a:pt x="0" y="82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4" name=""/>
          <p:cNvSpPr/>
          <p:nvPr/>
        </p:nvSpPr>
        <p:spPr>
          <a:xfrm>
            <a:off x="2188440" y="920520"/>
            <a:ext cx="25920" cy="25920"/>
          </a:xfrm>
          <a:custGeom>
            <a:avLst/>
            <a:gdLst/>
            <a:ahLst/>
            <a:rect l="0" t="0" r="r" b="b"/>
            <a:pathLst>
              <a:path w="72" h="72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5" name=""/>
          <p:cNvSpPr/>
          <p:nvPr/>
        </p:nvSpPr>
        <p:spPr>
          <a:xfrm>
            <a:off x="2188440" y="920520"/>
            <a:ext cx="25920" cy="25920"/>
          </a:xfrm>
          <a:custGeom>
            <a:avLst/>
            <a:gdLst/>
            <a:ahLst/>
            <a:rect l="0" t="0" r="r" b="b"/>
            <a:pathLst>
              <a:path fill="none" w="72" h="72">
                <a:moveTo>
                  <a:pt x="72" y="36"/>
                </a:moveTo>
                <a:cubicBezTo>
                  <a:pt x="72" y="84"/>
                  <a:pt x="0" y="84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6" name=""/>
          <p:cNvSpPr/>
          <p:nvPr/>
        </p:nvSpPr>
        <p:spPr>
          <a:xfrm>
            <a:off x="2179800" y="893160"/>
            <a:ext cx="25920" cy="25920"/>
          </a:xfrm>
          <a:custGeom>
            <a:avLst/>
            <a:gdLst/>
            <a:ahLst/>
            <a:rect l="0" t="0" r="r" b="b"/>
            <a:pathLst>
              <a:path w="72" h="72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7" name=""/>
          <p:cNvSpPr/>
          <p:nvPr/>
        </p:nvSpPr>
        <p:spPr>
          <a:xfrm>
            <a:off x="2179800" y="893160"/>
            <a:ext cx="25920" cy="25920"/>
          </a:xfrm>
          <a:custGeom>
            <a:avLst/>
            <a:gdLst/>
            <a:ahLst/>
            <a:rect l="0" t="0" r="r" b="b"/>
            <a:pathLst>
              <a:path fill="none" w="72" h="72">
                <a:moveTo>
                  <a:pt x="72" y="36"/>
                </a:moveTo>
                <a:cubicBezTo>
                  <a:pt x="72" y="84"/>
                  <a:pt x="0" y="84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8" name=""/>
          <p:cNvSpPr/>
          <p:nvPr/>
        </p:nvSpPr>
        <p:spPr>
          <a:xfrm>
            <a:off x="2116800" y="76176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9" name=""/>
          <p:cNvSpPr/>
          <p:nvPr/>
        </p:nvSpPr>
        <p:spPr>
          <a:xfrm>
            <a:off x="2116800" y="76176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0" name=""/>
          <p:cNvSpPr/>
          <p:nvPr/>
        </p:nvSpPr>
        <p:spPr>
          <a:xfrm>
            <a:off x="2073960" y="11134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1" name=""/>
          <p:cNvSpPr/>
          <p:nvPr/>
        </p:nvSpPr>
        <p:spPr>
          <a:xfrm>
            <a:off x="2073960" y="11134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2" name=""/>
          <p:cNvSpPr/>
          <p:nvPr/>
        </p:nvSpPr>
        <p:spPr>
          <a:xfrm>
            <a:off x="2072520" y="10771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3" name=""/>
          <p:cNvSpPr/>
          <p:nvPr/>
        </p:nvSpPr>
        <p:spPr>
          <a:xfrm>
            <a:off x="2072520" y="10771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4" name=""/>
          <p:cNvSpPr/>
          <p:nvPr/>
        </p:nvSpPr>
        <p:spPr>
          <a:xfrm>
            <a:off x="2193120" y="10036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1"/>
                  <a:pt x="71" y="-11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5" name=""/>
          <p:cNvSpPr/>
          <p:nvPr/>
        </p:nvSpPr>
        <p:spPr>
          <a:xfrm>
            <a:off x="2193120" y="10036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1"/>
                  <a:pt x="71" y="-11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6" name=""/>
          <p:cNvSpPr/>
          <p:nvPr/>
        </p:nvSpPr>
        <p:spPr>
          <a:xfrm>
            <a:off x="2286360" y="11566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1"/>
                  <a:pt x="71" y="-11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7" name=""/>
          <p:cNvSpPr/>
          <p:nvPr/>
        </p:nvSpPr>
        <p:spPr>
          <a:xfrm>
            <a:off x="2286360" y="11566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1"/>
                  <a:pt x="71" y="-11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8" name=""/>
          <p:cNvSpPr/>
          <p:nvPr/>
        </p:nvSpPr>
        <p:spPr>
          <a:xfrm>
            <a:off x="1251000" y="13834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9" name=""/>
          <p:cNvSpPr/>
          <p:nvPr/>
        </p:nvSpPr>
        <p:spPr>
          <a:xfrm>
            <a:off x="1251000" y="13834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0" name=""/>
          <p:cNvSpPr/>
          <p:nvPr/>
        </p:nvSpPr>
        <p:spPr>
          <a:xfrm>
            <a:off x="1212840" y="131328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1" name=""/>
          <p:cNvSpPr/>
          <p:nvPr/>
        </p:nvSpPr>
        <p:spPr>
          <a:xfrm>
            <a:off x="1212840" y="131328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6"/>
                </a:moveTo>
                <a:cubicBezTo>
                  <a:pt x="72" y="83"/>
                  <a:pt x="0" y="83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2" name=""/>
          <p:cNvSpPr/>
          <p:nvPr/>
        </p:nvSpPr>
        <p:spPr>
          <a:xfrm>
            <a:off x="1166400" y="13834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3" name=""/>
          <p:cNvSpPr/>
          <p:nvPr/>
        </p:nvSpPr>
        <p:spPr>
          <a:xfrm>
            <a:off x="1166400" y="13834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4" name=""/>
          <p:cNvSpPr/>
          <p:nvPr/>
        </p:nvSpPr>
        <p:spPr>
          <a:xfrm>
            <a:off x="1400040" y="137844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2"/>
                  <a:pt x="72" y="-12"/>
                  <a:pt x="72" y="35"/>
                </a:cubicBezTo>
                <a:cubicBezTo>
                  <a:pt x="72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5" name=""/>
          <p:cNvSpPr/>
          <p:nvPr/>
        </p:nvSpPr>
        <p:spPr>
          <a:xfrm>
            <a:off x="1400040" y="137844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3"/>
                  <a:pt x="0" y="83"/>
                  <a:pt x="0" y="35"/>
                </a:cubicBezTo>
                <a:cubicBezTo>
                  <a:pt x="0" y="-12"/>
                  <a:pt x="72" y="-12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6" name=""/>
          <p:cNvSpPr/>
          <p:nvPr/>
        </p:nvSpPr>
        <p:spPr>
          <a:xfrm>
            <a:off x="1269000" y="12913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7" name=""/>
          <p:cNvSpPr/>
          <p:nvPr/>
        </p:nvSpPr>
        <p:spPr>
          <a:xfrm>
            <a:off x="1269000" y="12913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2"/>
                  <a:pt x="0" y="82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8" name=""/>
          <p:cNvSpPr/>
          <p:nvPr/>
        </p:nvSpPr>
        <p:spPr>
          <a:xfrm>
            <a:off x="1358640" y="14036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9" name=""/>
          <p:cNvSpPr/>
          <p:nvPr/>
        </p:nvSpPr>
        <p:spPr>
          <a:xfrm>
            <a:off x="1358640" y="14036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0" name=""/>
          <p:cNvSpPr/>
          <p:nvPr/>
        </p:nvSpPr>
        <p:spPr>
          <a:xfrm>
            <a:off x="1325520" y="139536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2"/>
                  <a:pt x="72" y="-12"/>
                  <a:pt x="72" y="35"/>
                </a:cubicBezTo>
                <a:cubicBezTo>
                  <a:pt x="72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1" name=""/>
          <p:cNvSpPr/>
          <p:nvPr/>
        </p:nvSpPr>
        <p:spPr>
          <a:xfrm>
            <a:off x="1325520" y="139536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3"/>
                  <a:pt x="0" y="83"/>
                  <a:pt x="0" y="35"/>
                </a:cubicBezTo>
                <a:cubicBezTo>
                  <a:pt x="0" y="-12"/>
                  <a:pt x="72" y="-12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2" name=""/>
          <p:cNvSpPr/>
          <p:nvPr/>
        </p:nvSpPr>
        <p:spPr>
          <a:xfrm>
            <a:off x="1360080" y="1274040"/>
            <a:ext cx="25920" cy="25920"/>
          </a:xfrm>
          <a:custGeom>
            <a:avLst/>
            <a:gdLst/>
            <a:ahLst/>
            <a:rect l="0" t="0" r="r" b="b"/>
            <a:pathLst>
              <a:path w="72" h="72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3" name=""/>
          <p:cNvSpPr/>
          <p:nvPr/>
        </p:nvSpPr>
        <p:spPr>
          <a:xfrm>
            <a:off x="1360080" y="1274040"/>
            <a:ext cx="25920" cy="25920"/>
          </a:xfrm>
          <a:custGeom>
            <a:avLst/>
            <a:gdLst/>
            <a:ahLst/>
            <a:rect l="0" t="0" r="r" b="b"/>
            <a:pathLst>
              <a:path fill="none" w="72" h="72">
                <a:moveTo>
                  <a:pt x="72" y="36"/>
                </a:moveTo>
                <a:cubicBezTo>
                  <a:pt x="72" y="84"/>
                  <a:pt x="0" y="84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4" name=""/>
          <p:cNvSpPr/>
          <p:nvPr/>
        </p:nvSpPr>
        <p:spPr>
          <a:xfrm>
            <a:off x="1421280" y="11836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5" name=""/>
          <p:cNvSpPr/>
          <p:nvPr/>
        </p:nvSpPr>
        <p:spPr>
          <a:xfrm>
            <a:off x="1421280" y="11836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6" name=""/>
          <p:cNvSpPr/>
          <p:nvPr/>
        </p:nvSpPr>
        <p:spPr>
          <a:xfrm>
            <a:off x="1304640" y="132048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7" name=""/>
          <p:cNvSpPr/>
          <p:nvPr/>
        </p:nvSpPr>
        <p:spPr>
          <a:xfrm>
            <a:off x="1304640" y="132048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8" name=""/>
          <p:cNvSpPr/>
          <p:nvPr/>
        </p:nvSpPr>
        <p:spPr>
          <a:xfrm>
            <a:off x="1280880" y="12934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9" name=""/>
          <p:cNvSpPr/>
          <p:nvPr/>
        </p:nvSpPr>
        <p:spPr>
          <a:xfrm>
            <a:off x="1280880" y="12934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2"/>
                  <a:pt x="0" y="82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0" name=""/>
          <p:cNvSpPr/>
          <p:nvPr/>
        </p:nvSpPr>
        <p:spPr>
          <a:xfrm>
            <a:off x="1348200" y="129492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1" name=""/>
          <p:cNvSpPr/>
          <p:nvPr/>
        </p:nvSpPr>
        <p:spPr>
          <a:xfrm>
            <a:off x="1348200" y="129492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2" name=""/>
          <p:cNvSpPr/>
          <p:nvPr/>
        </p:nvSpPr>
        <p:spPr>
          <a:xfrm>
            <a:off x="1249920" y="137448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3" name=""/>
          <p:cNvSpPr/>
          <p:nvPr/>
        </p:nvSpPr>
        <p:spPr>
          <a:xfrm>
            <a:off x="1249920" y="137448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4" name=""/>
          <p:cNvSpPr/>
          <p:nvPr/>
        </p:nvSpPr>
        <p:spPr>
          <a:xfrm>
            <a:off x="1524240" y="11394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5" name=""/>
          <p:cNvSpPr/>
          <p:nvPr/>
        </p:nvSpPr>
        <p:spPr>
          <a:xfrm>
            <a:off x="1524240" y="11394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6" name=""/>
          <p:cNvSpPr/>
          <p:nvPr/>
        </p:nvSpPr>
        <p:spPr>
          <a:xfrm>
            <a:off x="1667880" y="105156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2"/>
                  <a:pt x="72" y="-12"/>
                  <a:pt x="72" y="35"/>
                </a:cubicBezTo>
                <a:cubicBezTo>
                  <a:pt x="72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7" name=""/>
          <p:cNvSpPr/>
          <p:nvPr/>
        </p:nvSpPr>
        <p:spPr>
          <a:xfrm>
            <a:off x="1667880" y="105156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3"/>
                  <a:pt x="0" y="83"/>
                  <a:pt x="0" y="35"/>
                </a:cubicBezTo>
                <a:cubicBezTo>
                  <a:pt x="0" y="-12"/>
                  <a:pt x="72" y="-12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8" name=""/>
          <p:cNvSpPr/>
          <p:nvPr/>
        </p:nvSpPr>
        <p:spPr>
          <a:xfrm>
            <a:off x="1719000" y="95904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9" name=""/>
          <p:cNvSpPr/>
          <p:nvPr/>
        </p:nvSpPr>
        <p:spPr>
          <a:xfrm>
            <a:off x="1719000" y="95904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6"/>
                </a:moveTo>
                <a:cubicBezTo>
                  <a:pt x="72" y="83"/>
                  <a:pt x="0" y="83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0" name=""/>
          <p:cNvSpPr/>
          <p:nvPr/>
        </p:nvSpPr>
        <p:spPr>
          <a:xfrm>
            <a:off x="1699920" y="9655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1" name=""/>
          <p:cNvSpPr/>
          <p:nvPr/>
        </p:nvSpPr>
        <p:spPr>
          <a:xfrm>
            <a:off x="1699920" y="9655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2" name=""/>
          <p:cNvSpPr/>
          <p:nvPr/>
        </p:nvSpPr>
        <p:spPr>
          <a:xfrm>
            <a:off x="1730520" y="8820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3" name=""/>
          <p:cNvSpPr/>
          <p:nvPr/>
        </p:nvSpPr>
        <p:spPr>
          <a:xfrm>
            <a:off x="1730520" y="8820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4" name=""/>
          <p:cNvSpPr/>
          <p:nvPr/>
        </p:nvSpPr>
        <p:spPr>
          <a:xfrm>
            <a:off x="1862280" y="9838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5" name=""/>
          <p:cNvSpPr/>
          <p:nvPr/>
        </p:nvSpPr>
        <p:spPr>
          <a:xfrm>
            <a:off x="1862280" y="9838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6" name=""/>
          <p:cNvSpPr/>
          <p:nvPr/>
        </p:nvSpPr>
        <p:spPr>
          <a:xfrm>
            <a:off x="1893240" y="101664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7" name=""/>
          <p:cNvSpPr/>
          <p:nvPr/>
        </p:nvSpPr>
        <p:spPr>
          <a:xfrm>
            <a:off x="1893240" y="101664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8" name=""/>
          <p:cNvSpPr/>
          <p:nvPr/>
        </p:nvSpPr>
        <p:spPr>
          <a:xfrm>
            <a:off x="2022480" y="89136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9" name=""/>
          <p:cNvSpPr/>
          <p:nvPr/>
        </p:nvSpPr>
        <p:spPr>
          <a:xfrm>
            <a:off x="2022480" y="89136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0" name=""/>
          <p:cNvSpPr/>
          <p:nvPr/>
        </p:nvSpPr>
        <p:spPr>
          <a:xfrm>
            <a:off x="2171160" y="98784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1" name=""/>
          <p:cNvSpPr/>
          <p:nvPr/>
        </p:nvSpPr>
        <p:spPr>
          <a:xfrm>
            <a:off x="2171160" y="98784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6"/>
                </a:moveTo>
                <a:cubicBezTo>
                  <a:pt x="72" y="83"/>
                  <a:pt x="0" y="83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2" name=""/>
          <p:cNvSpPr/>
          <p:nvPr/>
        </p:nvSpPr>
        <p:spPr>
          <a:xfrm>
            <a:off x="1330560" y="13046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3" name=""/>
          <p:cNvSpPr/>
          <p:nvPr/>
        </p:nvSpPr>
        <p:spPr>
          <a:xfrm>
            <a:off x="1330560" y="13046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4" name=""/>
          <p:cNvSpPr/>
          <p:nvPr/>
        </p:nvSpPr>
        <p:spPr>
          <a:xfrm>
            <a:off x="1312560" y="13492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5" name=""/>
          <p:cNvSpPr/>
          <p:nvPr/>
        </p:nvSpPr>
        <p:spPr>
          <a:xfrm>
            <a:off x="1312560" y="13492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6" name=""/>
          <p:cNvSpPr/>
          <p:nvPr/>
        </p:nvSpPr>
        <p:spPr>
          <a:xfrm>
            <a:off x="1512360" y="12294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7" name=""/>
          <p:cNvSpPr/>
          <p:nvPr/>
        </p:nvSpPr>
        <p:spPr>
          <a:xfrm>
            <a:off x="1512360" y="12294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2"/>
                  <a:pt x="0" y="82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8" name=""/>
          <p:cNvSpPr/>
          <p:nvPr/>
        </p:nvSpPr>
        <p:spPr>
          <a:xfrm>
            <a:off x="1630440" y="90756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9" name=""/>
          <p:cNvSpPr/>
          <p:nvPr/>
        </p:nvSpPr>
        <p:spPr>
          <a:xfrm>
            <a:off x="1630440" y="90756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2"/>
                  <a:pt x="0" y="82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0" name=""/>
          <p:cNvSpPr/>
          <p:nvPr/>
        </p:nvSpPr>
        <p:spPr>
          <a:xfrm>
            <a:off x="1682640" y="10814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1" name=""/>
          <p:cNvSpPr/>
          <p:nvPr/>
        </p:nvSpPr>
        <p:spPr>
          <a:xfrm>
            <a:off x="1682640" y="10814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2" name=""/>
          <p:cNvSpPr/>
          <p:nvPr/>
        </p:nvSpPr>
        <p:spPr>
          <a:xfrm>
            <a:off x="1586160" y="11358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3" name=""/>
          <p:cNvSpPr/>
          <p:nvPr/>
        </p:nvSpPr>
        <p:spPr>
          <a:xfrm>
            <a:off x="1586160" y="11358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4" name=""/>
          <p:cNvSpPr/>
          <p:nvPr/>
        </p:nvSpPr>
        <p:spPr>
          <a:xfrm>
            <a:off x="1607040" y="10375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5" name=""/>
          <p:cNvSpPr/>
          <p:nvPr/>
        </p:nvSpPr>
        <p:spPr>
          <a:xfrm>
            <a:off x="1607040" y="10375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6" name=""/>
          <p:cNvSpPr/>
          <p:nvPr/>
        </p:nvSpPr>
        <p:spPr>
          <a:xfrm>
            <a:off x="1588320" y="11077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1"/>
                  <a:pt x="71" y="-11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7" name=""/>
          <p:cNvSpPr/>
          <p:nvPr/>
        </p:nvSpPr>
        <p:spPr>
          <a:xfrm>
            <a:off x="1588320" y="11077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1"/>
                  <a:pt x="71" y="-11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8" name=""/>
          <p:cNvSpPr/>
          <p:nvPr/>
        </p:nvSpPr>
        <p:spPr>
          <a:xfrm>
            <a:off x="1624320" y="112500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2"/>
                  <a:pt x="72" y="-12"/>
                  <a:pt x="72" y="35"/>
                </a:cubicBezTo>
                <a:cubicBezTo>
                  <a:pt x="72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9" name=""/>
          <p:cNvSpPr/>
          <p:nvPr/>
        </p:nvSpPr>
        <p:spPr>
          <a:xfrm>
            <a:off x="1624320" y="112500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3"/>
                  <a:pt x="0" y="83"/>
                  <a:pt x="0" y="35"/>
                </a:cubicBezTo>
                <a:cubicBezTo>
                  <a:pt x="0" y="-12"/>
                  <a:pt x="72" y="-12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0" name=""/>
          <p:cNvSpPr/>
          <p:nvPr/>
        </p:nvSpPr>
        <p:spPr>
          <a:xfrm>
            <a:off x="1614240" y="9320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1" name=""/>
          <p:cNvSpPr/>
          <p:nvPr/>
        </p:nvSpPr>
        <p:spPr>
          <a:xfrm>
            <a:off x="1614240" y="9320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2"/>
                  <a:pt x="0" y="82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2" name=""/>
          <p:cNvSpPr/>
          <p:nvPr/>
        </p:nvSpPr>
        <p:spPr>
          <a:xfrm>
            <a:off x="1686240" y="68616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3" name=""/>
          <p:cNvSpPr/>
          <p:nvPr/>
        </p:nvSpPr>
        <p:spPr>
          <a:xfrm>
            <a:off x="1686240" y="68616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2"/>
                  <a:pt x="0" y="82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4" name=""/>
          <p:cNvSpPr/>
          <p:nvPr/>
        </p:nvSpPr>
        <p:spPr>
          <a:xfrm>
            <a:off x="1688760" y="7552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1"/>
                  <a:pt x="71" y="-11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5" name=""/>
          <p:cNvSpPr/>
          <p:nvPr/>
        </p:nvSpPr>
        <p:spPr>
          <a:xfrm>
            <a:off x="1688760" y="7552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1"/>
                  <a:pt x="71" y="-11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6" name=""/>
          <p:cNvSpPr/>
          <p:nvPr/>
        </p:nvSpPr>
        <p:spPr>
          <a:xfrm>
            <a:off x="950040" y="133308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2"/>
                  <a:pt x="72" y="-12"/>
                  <a:pt x="72" y="35"/>
                </a:cubicBezTo>
                <a:cubicBezTo>
                  <a:pt x="72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7" name=""/>
          <p:cNvSpPr/>
          <p:nvPr/>
        </p:nvSpPr>
        <p:spPr>
          <a:xfrm>
            <a:off x="950040" y="133308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2"/>
                  <a:pt x="0" y="82"/>
                  <a:pt x="0" y="35"/>
                </a:cubicBezTo>
                <a:cubicBezTo>
                  <a:pt x="0" y="-12"/>
                  <a:pt x="72" y="-12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8" name=""/>
          <p:cNvSpPr/>
          <p:nvPr/>
        </p:nvSpPr>
        <p:spPr>
          <a:xfrm>
            <a:off x="1052640" y="128556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9" name=""/>
          <p:cNvSpPr/>
          <p:nvPr/>
        </p:nvSpPr>
        <p:spPr>
          <a:xfrm>
            <a:off x="1052640" y="128556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6"/>
                </a:moveTo>
                <a:cubicBezTo>
                  <a:pt x="72" y="83"/>
                  <a:pt x="0" y="83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0" name=""/>
          <p:cNvSpPr/>
          <p:nvPr/>
        </p:nvSpPr>
        <p:spPr>
          <a:xfrm>
            <a:off x="1307160" y="13147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2"/>
                  <a:pt x="0" y="82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1" name=""/>
          <p:cNvSpPr/>
          <p:nvPr/>
        </p:nvSpPr>
        <p:spPr>
          <a:xfrm>
            <a:off x="1307160" y="13147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2"/>
                  <a:pt x="0" y="82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2" name=""/>
          <p:cNvSpPr/>
          <p:nvPr/>
        </p:nvSpPr>
        <p:spPr>
          <a:xfrm>
            <a:off x="1337040" y="11872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3" name=""/>
          <p:cNvSpPr/>
          <p:nvPr/>
        </p:nvSpPr>
        <p:spPr>
          <a:xfrm>
            <a:off x="1337040" y="11872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2"/>
                  <a:pt x="0" y="82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4" name=""/>
          <p:cNvSpPr/>
          <p:nvPr/>
        </p:nvSpPr>
        <p:spPr>
          <a:xfrm>
            <a:off x="1262160" y="112716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1"/>
                  <a:pt x="71" y="-11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5" name=""/>
          <p:cNvSpPr/>
          <p:nvPr/>
        </p:nvSpPr>
        <p:spPr>
          <a:xfrm>
            <a:off x="1262160" y="112716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1"/>
                  <a:pt x="71" y="-11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6" name=""/>
          <p:cNvSpPr/>
          <p:nvPr/>
        </p:nvSpPr>
        <p:spPr>
          <a:xfrm>
            <a:off x="1321920" y="108576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2"/>
                  <a:pt x="0" y="82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7" name=""/>
          <p:cNvSpPr/>
          <p:nvPr/>
        </p:nvSpPr>
        <p:spPr>
          <a:xfrm>
            <a:off x="1321920" y="108576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6"/>
                </a:moveTo>
                <a:cubicBezTo>
                  <a:pt x="72" y="82"/>
                  <a:pt x="0" y="82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8" name=""/>
          <p:cNvSpPr/>
          <p:nvPr/>
        </p:nvSpPr>
        <p:spPr>
          <a:xfrm>
            <a:off x="1395000" y="13183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2"/>
                  <a:pt x="0" y="82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9" name=""/>
          <p:cNvSpPr/>
          <p:nvPr/>
        </p:nvSpPr>
        <p:spPr>
          <a:xfrm>
            <a:off x="1395000" y="13183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2"/>
                  <a:pt x="0" y="82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0" name=""/>
          <p:cNvSpPr/>
          <p:nvPr/>
        </p:nvSpPr>
        <p:spPr>
          <a:xfrm>
            <a:off x="1423080" y="10558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1" name=""/>
          <p:cNvSpPr/>
          <p:nvPr/>
        </p:nvSpPr>
        <p:spPr>
          <a:xfrm>
            <a:off x="1423080" y="10558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2" name=""/>
          <p:cNvSpPr/>
          <p:nvPr/>
        </p:nvSpPr>
        <p:spPr>
          <a:xfrm>
            <a:off x="1425600" y="9943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3" name=""/>
          <p:cNvSpPr/>
          <p:nvPr/>
        </p:nvSpPr>
        <p:spPr>
          <a:xfrm>
            <a:off x="1425600" y="9943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4" name=""/>
          <p:cNvSpPr/>
          <p:nvPr/>
        </p:nvSpPr>
        <p:spPr>
          <a:xfrm>
            <a:off x="1416960" y="10663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5" name=""/>
          <p:cNvSpPr/>
          <p:nvPr/>
        </p:nvSpPr>
        <p:spPr>
          <a:xfrm>
            <a:off x="1416960" y="10663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6" name=""/>
          <p:cNvSpPr/>
          <p:nvPr/>
        </p:nvSpPr>
        <p:spPr>
          <a:xfrm>
            <a:off x="1307880" y="135144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7" name=""/>
          <p:cNvSpPr/>
          <p:nvPr/>
        </p:nvSpPr>
        <p:spPr>
          <a:xfrm>
            <a:off x="1307880" y="135144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6"/>
                </a:moveTo>
                <a:cubicBezTo>
                  <a:pt x="72" y="83"/>
                  <a:pt x="0" y="83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8" name=""/>
          <p:cNvSpPr/>
          <p:nvPr/>
        </p:nvSpPr>
        <p:spPr>
          <a:xfrm>
            <a:off x="1398240" y="95976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9" name=""/>
          <p:cNvSpPr/>
          <p:nvPr/>
        </p:nvSpPr>
        <p:spPr>
          <a:xfrm>
            <a:off x="1398240" y="95976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2"/>
                  <a:pt x="0" y="82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0" name=""/>
          <p:cNvSpPr/>
          <p:nvPr/>
        </p:nvSpPr>
        <p:spPr>
          <a:xfrm>
            <a:off x="1407240" y="104040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1" name=""/>
          <p:cNvSpPr/>
          <p:nvPr/>
        </p:nvSpPr>
        <p:spPr>
          <a:xfrm>
            <a:off x="1407240" y="104040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6"/>
                </a:moveTo>
                <a:cubicBezTo>
                  <a:pt x="72" y="83"/>
                  <a:pt x="0" y="83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2" name=""/>
          <p:cNvSpPr/>
          <p:nvPr/>
        </p:nvSpPr>
        <p:spPr>
          <a:xfrm>
            <a:off x="1541880" y="91800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3" name=""/>
          <p:cNvSpPr/>
          <p:nvPr/>
        </p:nvSpPr>
        <p:spPr>
          <a:xfrm>
            <a:off x="1541880" y="91800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4" name=""/>
          <p:cNvSpPr/>
          <p:nvPr/>
        </p:nvSpPr>
        <p:spPr>
          <a:xfrm>
            <a:off x="1573560" y="100224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2"/>
                  <a:pt x="72" y="-12"/>
                  <a:pt x="72" y="35"/>
                </a:cubicBezTo>
                <a:cubicBezTo>
                  <a:pt x="72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5" name=""/>
          <p:cNvSpPr/>
          <p:nvPr/>
        </p:nvSpPr>
        <p:spPr>
          <a:xfrm>
            <a:off x="1573560" y="100224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3"/>
                  <a:pt x="0" y="83"/>
                  <a:pt x="0" y="35"/>
                </a:cubicBezTo>
                <a:cubicBezTo>
                  <a:pt x="0" y="-12"/>
                  <a:pt x="72" y="-12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6" name=""/>
          <p:cNvSpPr/>
          <p:nvPr/>
        </p:nvSpPr>
        <p:spPr>
          <a:xfrm>
            <a:off x="1572120" y="93276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7" name=""/>
          <p:cNvSpPr/>
          <p:nvPr/>
        </p:nvSpPr>
        <p:spPr>
          <a:xfrm>
            <a:off x="1572120" y="93276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2"/>
                  <a:pt x="0" y="82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8" name=""/>
          <p:cNvSpPr/>
          <p:nvPr/>
        </p:nvSpPr>
        <p:spPr>
          <a:xfrm>
            <a:off x="1564560" y="109944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2"/>
                  <a:pt x="72" y="-12"/>
                  <a:pt x="72" y="35"/>
                </a:cubicBezTo>
                <a:cubicBezTo>
                  <a:pt x="72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9" name=""/>
          <p:cNvSpPr/>
          <p:nvPr/>
        </p:nvSpPr>
        <p:spPr>
          <a:xfrm>
            <a:off x="1564560" y="109944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3"/>
                  <a:pt x="0" y="83"/>
                  <a:pt x="0" y="35"/>
                </a:cubicBezTo>
                <a:cubicBezTo>
                  <a:pt x="0" y="-12"/>
                  <a:pt x="72" y="-12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0" name=""/>
          <p:cNvSpPr/>
          <p:nvPr/>
        </p:nvSpPr>
        <p:spPr>
          <a:xfrm>
            <a:off x="1531080" y="87696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2"/>
                  <a:pt x="72" y="-12"/>
                  <a:pt x="72" y="35"/>
                </a:cubicBezTo>
                <a:cubicBezTo>
                  <a:pt x="72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1" name=""/>
          <p:cNvSpPr/>
          <p:nvPr/>
        </p:nvSpPr>
        <p:spPr>
          <a:xfrm>
            <a:off x="1531080" y="87696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3"/>
                  <a:pt x="0" y="83"/>
                  <a:pt x="0" y="35"/>
                </a:cubicBezTo>
                <a:cubicBezTo>
                  <a:pt x="0" y="-12"/>
                  <a:pt x="72" y="-12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2" name=""/>
          <p:cNvSpPr/>
          <p:nvPr/>
        </p:nvSpPr>
        <p:spPr>
          <a:xfrm>
            <a:off x="1644120" y="9316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3" name=""/>
          <p:cNvSpPr/>
          <p:nvPr/>
        </p:nvSpPr>
        <p:spPr>
          <a:xfrm>
            <a:off x="1644120" y="9316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4" name=""/>
          <p:cNvSpPr/>
          <p:nvPr/>
        </p:nvSpPr>
        <p:spPr>
          <a:xfrm>
            <a:off x="1734480" y="99180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5" name=""/>
          <p:cNvSpPr/>
          <p:nvPr/>
        </p:nvSpPr>
        <p:spPr>
          <a:xfrm>
            <a:off x="1734480" y="99180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6" name=""/>
          <p:cNvSpPr/>
          <p:nvPr/>
        </p:nvSpPr>
        <p:spPr>
          <a:xfrm>
            <a:off x="1371240" y="11149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7" name=""/>
          <p:cNvSpPr/>
          <p:nvPr/>
        </p:nvSpPr>
        <p:spPr>
          <a:xfrm>
            <a:off x="1371240" y="11149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8" name=""/>
          <p:cNvSpPr/>
          <p:nvPr/>
        </p:nvSpPr>
        <p:spPr>
          <a:xfrm>
            <a:off x="998640" y="124596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9" name=""/>
          <p:cNvSpPr/>
          <p:nvPr/>
        </p:nvSpPr>
        <p:spPr>
          <a:xfrm>
            <a:off x="998640" y="124596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0" name=""/>
          <p:cNvSpPr/>
          <p:nvPr/>
        </p:nvSpPr>
        <p:spPr>
          <a:xfrm>
            <a:off x="1132200" y="118152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2"/>
                  <a:pt x="72" y="-12"/>
                  <a:pt x="72" y="35"/>
                </a:cubicBezTo>
                <a:cubicBezTo>
                  <a:pt x="72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1" name=""/>
          <p:cNvSpPr/>
          <p:nvPr/>
        </p:nvSpPr>
        <p:spPr>
          <a:xfrm>
            <a:off x="1132200" y="118152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3"/>
                  <a:pt x="0" y="83"/>
                  <a:pt x="0" y="35"/>
                </a:cubicBezTo>
                <a:cubicBezTo>
                  <a:pt x="0" y="-12"/>
                  <a:pt x="72" y="-12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2" name=""/>
          <p:cNvSpPr/>
          <p:nvPr/>
        </p:nvSpPr>
        <p:spPr>
          <a:xfrm>
            <a:off x="1128240" y="127332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3" name=""/>
          <p:cNvSpPr/>
          <p:nvPr/>
        </p:nvSpPr>
        <p:spPr>
          <a:xfrm>
            <a:off x="1128240" y="127332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4" name=""/>
          <p:cNvSpPr/>
          <p:nvPr/>
        </p:nvSpPr>
        <p:spPr>
          <a:xfrm>
            <a:off x="1286640" y="10908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5" name=""/>
          <p:cNvSpPr/>
          <p:nvPr/>
        </p:nvSpPr>
        <p:spPr>
          <a:xfrm>
            <a:off x="1286640" y="10908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6" name=""/>
          <p:cNvSpPr/>
          <p:nvPr/>
        </p:nvSpPr>
        <p:spPr>
          <a:xfrm>
            <a:off x="1288440" y="94716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7" name=""/>
          <p:cNvSpPr/>
          <p:nvPr/>
        </p:nvSpPr>
        <p:spPr>
          <a:xfrm>
            <a:off x="1288440" y="94716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8" name=""/>
          <p:cNvSpPr/>
          <p:nvPr/>
        </p:nvSpPr>
        <p:spPr>
          <a:xfrm>
            <a:off x="1109520" y="127584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9" name=""/>
          <p:cNvSpPr/>
          <p:nvPr/>
        </p:nvSpPr>
        <p:spPr>
          <a:xfrm>
            <a:off x="1109520" y="127584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0" name=""/>
          <p:cNvSpPr/>
          <p:nvPr/>
        </p:nvSpPr>
        <p:spPr>
          <a:xfrm>
            <a:off x="1124640" y="119052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1" name=""/>
          <p:cNvSpPr/>
          <p:nvPr/>
        </p:nvSpPr>
        <p:spPr>
          <a:xfrm>
            <a:off x="1124640" y="119052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6"/>
                </a:moveTo>
                <a:cubicBezTo>
                  <a:pt x="72" y="83"/>
                  <a:pt x="0" y="83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2" name=""/>
          <p:cNvSpPr/>
          <p:nvPr/>
        </p:nvSpPr>
        <p:spPr>
          <a:xfrm>
            <a:off x="1353960" y="11106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2"/>
                  <a:pt x="0" y="82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3" name=""/>
          <p:cNvSpPr/>
          <p:nvPr/>
        </p:nvSpPr>
        <p:spPr>
          <a:xfrm>
            <a:off x="1353960" y="11106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2"/>
                  <a:pt x="0" y="82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4" name=""/>
          <p:cNvSpPr/>
          <p:nvPr/>
        </p:nvSpPr>
        <p:spPr>
          <a:xfrm>
            <a:off x="1326960" y="96768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5" name=""/>
          <p:cNvSpPr/>
          <p:nvPr/>
        </p:nvSpPr>
        <p:spPr>
          <a:xfrm>
            <a:off x="1326960" y="96768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6" name=""/>
          <p:cNvSpPr/>
          <p:nvPr/>
        </p:nvSpPr>
        <p:spPr>
          <a:xfrm>
            <a:off x="1395360" y="10501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7" name=""/>
          <p:cNvSpPr/>
          <p:nvPr/>
        </p:nvSpPr>
        <p:spPr>
          <a:xfrm>
            <a:off x="1395360" y="10501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8" name=""/>
          <p:cNvSpPr/>
          <p:nvPr/>
        </p:nvSpPr>
        <p:spPr>
          <a:xfrm>
            <a:off x="1486440" y="1042200"/>
            <a:ext cx="25920" cy="25920"/>
          </a:xfrm>
          <a:custGeom>
            <a:avLst/>
            <a:gdLst/>
            <a:ahLst/>
            <a:rect l="0" t="0" r="r" b="b"/>
            <a:pathLst>
              <a:path w="72" h="72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9" name=""/>
          <p:cNvSpPr/>
          <p:nvPr/>
        </p:nvSpPr>
        <p:spPr>
          <a:xfrm>
            <a:off x="1486440" y="1042200"/>
            <a:ext cx="25920" cy="25920"/>
          </a:xfrm>
          <a:custGeom>
            <a:avLst/>
            <a:gdLst/>
            <a:ahLst/>
            <a:rect l="0" t="0" r="r" b="b"/>
            <a:pathLst>
              <a:path fill="none" w="72" h="72">
                <a:moveTo>
                  <a:pt x="72" y="36"/>
                </a:moveTo>
                <a:cubicBezTo>
                  <a:pt x="72" y="84"/>
                  <a:pt x="0" y="84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0" name=""/>
          <p:cNvSpPr/>
          <p:nvPr/>
        </p:nvSpPr>
        <p:spPr>
          <a:xfrm>
            <a:off x="1509120" y="98532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1" name=""/>
          <p:cNvSpPr/>
          <p:nvPr/>
        </p:nvSpPr>
        <p:spPr>
          <a:xfrm>
            <a:off x="1509120" y="98532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6"/>
                </a:moveTo>
                <a:cubicBezTo>
                  <a:pt x="72" y="83"/>
                  <a:pt x="0" y="83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2" name=""/>
          <p:cNvSpPr/>
          <p:nvPr/>
        </p:nvSpPr>
        <p:spPr>
          <a:xfrm>
            <a:off x="1543320" y="11098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3" name=""/>
          <p:cNvSpPr/>
          <p:nvPr/>
        </p:nvSpPr>
        <p:spPr>
          <a:xfrm>
            <a:off x="1543320" y="11098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4" name=""/>
          <p:cNvSpPr/>
          <p:nvPr/>
        </p:nvSpPr>
        <p:spPr>
          <a:xfrm>
            <a:off x="1577520" y="104472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2"/>
                  <a:pt x="72" y="-12"/>
                  <a:pt x="72" y="35"/>
                </a:cubicBezTo>
                <a:cubicBezTo>
                  <a:pt x="72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5" name=""/>
          <p:cNvSpPr/>
          <p:nvPr/>
        </p:nvSpPr>
        <p:spPr>
          <a:xfrm>
            <a:off x="1577520" y="104472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3"/>
                  <a:pt x="0" y="83"/>
                  <a:pt x="0" y="35"/>
                </a:cubicBezTo>
                <a:cubicBezTo>
                  <a:pt x="0" y="-12"/>
                  <a:pt x="72" y="-12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6" name=""/>
          <p:cNvSpPr/>
          <p:nvPr/>
        </p:nvSpPr>
        <p:spPr>
          <a:xfrm>
            <a:off x="1604880" y="11617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7" name=""/>
          <p:cNvSpPr/>
          <p:nvPr/>
        </p:nvSpPr>
        <p:spPr>
          <a:xfrm>
            <a:off x="1604880" y="11617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8" name=""/>
          <p:cNvSpPr/>
          <p:nvPr/>
        </p:nvSpPr>
        <p:spPr>
          <a:xfrm>
            <a:off x="1633320" y="11102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9" name=""/>
          <p:cNvSpPr/>
          <p:nvPr/>
        </p:nvSpPr>
        <p:spPr>
          <a:xfrm>
            <a:off x="1633320" y="11102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0" name=""/>
          <p:cNvSpPr/>
          <p:nvPr/>
        </p:nvSpPr>
        <p:spPr>
          <a:xfrm>
            <a:off x="1657080" y="109872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1" name=""/>
          <p:cNvSpPr/>
          <p:nvPr/>
        </p:nvSpPr>
        <p:spPr>
          <a:xfrm>
            <a:off x="1657080" y="109872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2" name=""/>
          <p:cNvSpPr/>
          <p:nvPr/>
        </p:nvSpPr>
        <p:spPr>
          <a:xfrm>
            <a:off x="1636560" y="10720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3" name=""/>
          <p:cNvSpPr/>
          <p:nvPr/>
        </p:nvSpPr>
        <p:spPr>
          <a:xfrm>
            <a:off x="1636560" y="10720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4" name=""/>
          <p:cNvSpPr/>
          <p:nvPr/>
        </p:nvSpPr>
        <p:spPr>
          <a:xfrm>
            <a:off x="1706760" y="11977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5" name=""/>
          <p:cNvSpPr/>
          <p:nvPr/>
        </p:nvSpPr>
        <p:spPr>
          <a:xfrm>
            <a:off x="1706760" y="11977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6" name=""/>
          <p:cNvSpPr/>
          <p:nvPr/>
        </p:nvSpPr>
        <p:spPr>
          <a:xfrm>
            <a:off x="1753200" y="11944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7" name=""/>
          <p:cNvSpPr/>
          <p:nvPr/>
        </p:nvSpPr>
        <p:spPr>
          <a:xfrm>
            <a:off x="1753200" y="11944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8" name=""/>
          <p:cNvSpPr/>
          <p:nvPr/>
        </p:nvSpPr>
        <p:spPr>
          <a:xfrm>
            <a:off x="1871640" y="10328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2"/>
                  <a:pt x="0" y="82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9" name=""/>
          <p:cNvSpPr/>
          <p:nvPr/>
        </p:nvSpPr>
        <p:spPr>
          <a:xfrm>
            <a:off x="1871640" y="10328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2"/>
                  <a:pt x="0" y="82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0" name=""/>
          <p:cNvSpPr/>
          <p:nvPr/>
        </p:nvSpPr>
        <p:spPr>
          <a:xfrm>
            <a:off x="2060640" y="122544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1" name=""/>
          <p:cNvSpPr/>
          <p:nvPr/>
        </p:nvSpPr>
        <p:spPr>
          <a:xfrm>
            <a:off x="2060640" y="122544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2" name=""/>
          <p:cNvSpPr/>
          <p:nvPr/>
        </p:nvSpPr>
        <p:spPr>
          <a:xfrm>
            <a:off x="1514880" y="12895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3" name=""/>
          <p:cNvSpPr/>
          <p:nvPr/>
        </p:nvSpPr>
        <p:spPr>
          <a:xfrm>
            <a:off x="1514880" y="12895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4" name=""/>
          <p:cNvSpPr/>
          <p:nvPr/>
        </p:nvSpPr>
        <p:spPr>
          <a:xfrm>
            <a:off x="1182600" y="13874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5" name=""/>
          <p:cNvSpPr/>
          <p:nvPr/>
        </p:nvSpPr>
        <p:spPr>
          <a:xfrm>
            <a:off x="1182600" y="13874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6" name=""/>
          <p:cNvSpPr/>
          <p:nvPr/>
        </p:nvSpPr>
        <p:spPr>
          <a:xfrm>
            <a:off x="1732680" y="12020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7" name=""/>
          <p:cNvSpPr/>
          <p:nvPr/>
        </p:nvSpPr>
        <p:spPr>
          <a:xfrm>
            <a:off x="1732680" y="12020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8" name=""/>
          <p:cNvSpPr/>
          <p:nvPr/>
        </p:nvSpPr>
        <p:spPr>
          <a:xfrm>
            <a:off x="1573560" y="129024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9" name=""/>
          <p:cNvSpPr/>
          <p:nvPr/>
        </p:nvSpPr>
        <p:spPr>
          <a:xfrm>
            <a:off x="1573560" y="129024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6"/>
                </a:moveTo>
                <a:cubicBezTo>
                  <a:pt x="72" y="83"/>
                  <a:pt x="0" y="83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0" name=""/>
          <p:cNvSpPr/>
          <p:nvPr/>
        </p:nvSpPr>
        <p:spPr>
          <a:xfrm>
            <a:off x="1614240" y="12844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1" name=""/>
          <p:cNvSpPr/>
          <p:nvPr/>
        </p:nvSpPr>
        <p:spPr>
          <a:xfrm>
            <a:off x="1614240" y="12844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2" name=""/>
          <p:cNvSpPr/>
          <p:nvPr/>
        </p:nvSpPr>
        <p:spPr>
          <a:xfrm>
            <a:off x="1907640" y="107100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3" name=""/>
          <p:cNvSpPr/>
          <p:nvPr/>
        </p:nvSpPr>
        <p:spPr>
          <a:xfrm>
            <a:off x="1907640" y="107100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4" name=""/>
          <p:cNvSpPr/>
          <p:nvPr/>
        </p:nvSpPr>
        <p:spPr>
          <a:xfrm>
            <a:off x="1598760" y="122868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2"/>
                  <a:pt x="72" y="-12"/>
                  <a:pt x="72" y="35"/>
                </a:cubicBezTo>
                <a:cubicBezTo>
                  <a:pt x="72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5" name=""/>
          <p:cNvSpPr/>
          <p:nvPr/>
        </p:nvSpPr>
        <p:spPr>
          <a:xfrm>
            <a:off x="1598760" y="122868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3"/>
                  <a:pt x="0" y="83"/>
                  <a:pt x="0" y="35"/>
                </a:cubicBezTo>
                <a:cubicBezTo>
                  <a:pt x="0" y="-12"/>
                  <a:pt x="72" y="-12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6" name=""/>
          <p:cNvSpPr/>
          <p:nvPr/>
        </p:nvSpPr>
        <p:spPr>
          <a:xfrm>
            <a:off x="1820160" y="126900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7" name=""/>
          <p:cNvSpPr/>
          <p:nvPr/>
        </p:nvSpPr>
        <p:spPr>
          <a:xfrm>
            <a:off x="1820160" y="126900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8" name=""/>
          <p:cNvSpPr/>
          <p:nvPr/>
        </p:nvSpPr>
        <p:spPr>
          <a:xfrm>
            <a:off x="1888920" y="12679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2"/>
                  <a:pt x="0" y="82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49" name=""/>
          <p:cNvSpPr/>
          <p:nvPr/>
        </p:nvSpPr>
        <p:spPr>
          <a:xfrm>
            <a:off x="1888920" y="12679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2"/>
                  <a:pt x="0" y="82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0" name=""/>
          <p:cNvSpPr/>
          <p:nvPr/>
        </p:nvSpPr>
        <p:spPr>
          <a:xfrm>
            <a:off x="1891440" y="1200240"/>
            <a:ext cx="25920" cy="25920"/>
          </a:xfrm>
          <a:custGeom>
            <a:avLst/>
            <a:gdLst/>
            <a:ahLst/>
            <a:rect l="0" t="0" r="r" b="b"/>
            <a:pathLst>
              <a:path w="72" h="72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1" name=""/>
          <p:cNvSpPr/>
          <p:nvPr/>
        </p:nvSpPr>
        <p:spPr>
          <a:xfrm>
            <a:off x="1891440" y="1200240"/>
            <a:ext cx="25920" cy="25920"/>
          </a:xfrm>
          <a:custGeom>
            <a:avLst/>
            <a:gdLst/>
            <a:ahLst/>
            <a:rect l="0" t="0" r="r" b="b"/>
            <a:pathLst>
              <a:path fill="none" w="72" h="72">
                <a:moveTo>
                  <a:pt x="72" y="36"/>
                </a:moveTo>
                <a:cubicBezTo>
                  <a:pt x="72" y="84"/>
                  <a:pt x="0" y="84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2" name=""/>
          <p:cNvSpPr/>
          <p:nvPr/>
        </p:nvSpPr>
        <p:spPr>
          <a:xfrm>
            <a:off x="2011680" y="105156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3" name=""/>
          <p:cNvSpPr/>
          <p:nvPr/>
        </p:nvSpPr>
        <p:spPr>
          <a:xfrm>
            <a:off x="2011680" y="105156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4" name=""/>
          <p:cNvSpPr/>
          <p:nvPr/>
        </p:nvSpPr>
        <p:spPr>
          <a:xfrm>
            <a:off x="2100960" y="792000"/>
            <a:ext cx="25920" cy="25920"/>
          </a:xfrm>
          <a:custGeom>
            <a:avLst/>
            <a:gdLst/>
            <a:ahLst/>
            <a:rect l="0" t="0" r="r" b="b"/>
            <a:pathLst>
              <a:path w="72" h="72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5" name=""/>
          <p:cNvSpPr/>
          <p:nvPr/>
        </p:nvSpPr>
        <p:spPr>
          <a:xfrm>
            <a:off x="2100960" y="792000"/>
            <a:ext cx="25920" cy="25920"/>
          </a:xfrm>
          <a:custGeom>
            <a:avLst/>
            <a:gdLst/>
            <a:ahLst/>
            <a:rect l="0" t="0" r="r" b="b"/>
            <a:pathLst>
              <a:path fill="none" w="72" h="72">
                <a:moveTo>
                  <a:pt x="72" y="36"/>
                </a:moveTo>
                <a:cubicBezTo>
                  <a:pt x="72" y="84"/>
                  <a:pt x="0" y="84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6" name=""/>
          <p:cNvSpPr/>
          <p:nvPr/>
        </p:nvSpPr>
        <p:spPr>
          <a:xfrm>
            <a:off x="2061720" y="92124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7" name=""/>
          <p:cNvSpPr/>
          <p:nvPr/>
        </p:nvSpPr>
        <p:spPr>
          <a:xfrm>
            <a:off x="2061720" y="92124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8" name=""/>
          <p:cNvSpPr/>
          <p:nvPr/>
        </p:nvSpPr>
        <p:spPr>
          <a:xfrm>
            <a:off x="2067480" y="10638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9" name=""/>
          <p:cNvSpPr/>
          <p:nvPr/>
        </p:nvSpPr>
        <p:spPr>
          <a:xfrm>
            <a:off x="2067480" y="10638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0" name=""/>
          <p:cNvSpPr/>
          <p:nvPr/>
        </p:nvSpPr>
        <p:spPr>
          <a:xfrm>
            <a:off x="2096640" y="70776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1" name=""/>
          <p:cNvSpPr/>
          <p:nvPr/>
        </p:nvSpPr>
        <p:spPr>
          <a:xfrm>
            <a:off x="2096640" y="70776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2" name=""/>
          <p:cNvSpPr/>
          <p:nvPr/>
        </p:nvSpPr>
        <p:spPr>
          <a:xfrm>
            <a:off x="1035720" y="13993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3" name=""/>
          <p:cNvSpPr/>
          <p:nvPr/>
        </p:nvSpPr>
        <p:spPr>
          <a:xfrm>
            <a:off x="1035720" y="13993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4" name=""/>
          <p:cNvSpPr/>
          <p:nvPr/>
        </p:nvSpPr>
        <p:spPr>
          <a:xfrm>
            <a:off x="1021680" y="153000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2"/>
                  <a:pt x="72" y="-12"/>
                  <a:pt x="72" y="35"/>
                </a:cubicBezTo>
                <a:cubicBezTo>
                  <a:pt x="72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5" name=""/>
          <p:cNvSpPr/>
          <p:nvPr/>
        </p:nvSpPr>
        <p:spPr>
          <a:xfrm>
            <a:off x="1021680" y="153000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3"/>
                  <a:pt x="0" y="83"/>
                  <a:pt x="0" y="35"/>
                </a:cubicBezTo>
                <a:cubicBezTo>
                  <a:pt x="0" y="-12"/>
                  <a:pt x="72" y="-12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6" name=""/>
          <p:cNvSpPr/>
          <p:nvPr/>
        </p:nvSpPr>
        <p:spPr>
          <a:xfrm>
            <a:off x="1129320" y="134748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7" name=""/>
          <p:cNvSpPr/>
          <p:nvPr/>
        </p:nvSpPr>
        <p:spPr>
          <a:xfrm>
            <a:off x="1129320" y="134748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8" name=""/>
          <p:cNvSpPr/>
          <p:nvPr/>
        </p:nvSpPr>
        <p:spPr>
          <a:xfrm>
            <a:off x="1193400" y="11743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69" name=""/>
          <p:cNvSpPr/>
          <p:nvPr/>
        </p:nvSpPr>
        <p:spPr>
          <a:xfrm>
            <a:off x="1193400" y="11743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0" name=""/>
          <p:cNvSpPr/>
          <p:nvPr/>
        </p:nvSpPr>
        <p:spPr>
          <a:xfrm>
            <a:off x="1270440" y="124524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1" name=""/>
          <p:cNvSpPr/>
          <p:nvPr/>
        </p:nvSpPr>
        <p:spPr>
          <a:xfrm>
            <a:off x="1270440" y="124524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6"/>
                </a:moveTo>
                <a:cubicBezTo>
                  <a:pt x="72" y="83"/>
                  <a:pt x="0" y="83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2" name=""/>
          <p:cNvSpPr/>
          <p:nvPr/>
        </p:nvSpPr>
        <p:spPr>
          <a:xfrm>
            <a:off x="1391040" y="11286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3" name=""/>
          <p:cNvSpPr/>
          <p:nvPr/>
        </p:nvSpPr>
        <p:spPr>
          <a:xfrm>
            <a:off x="1391040" y="11286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4" name=""/>
          <p:cNvSpPr/>
          <p:nvPr/>
        </p:nvSpPr>
        <p:spPr>
          <a:xfrm>
            <a:off x="1451880" y="93924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5" name=""/>
          <p:cNvSpPr/>
          <p:nvPr/>
        </p:nvSpPr>
        <p:spPr>
          <a:xfrm>
            <a:off x="1451880" y="93924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6"/>
                </a:moveTo>
                <a:cubicBezTo>
                  <a:pt x="72" y="83"/>
                  <a:pt x="0" y="83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6" name=""/>
          <p:cNvSpPr/>
          <p:nvPr/>
        </p:nvSpPr>
        <p:spPr>
          <a:xfrm>
            <a:off x="1557360" y="68868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7" name=""/>
          <p:cNvSpPr/>
          <p:nvPr/>
        </p:nvSpPr>
        <p:spPr>
          <a:xfrm>
            <a:off x="1557360" y="68868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8" name=""/>
          <p:cNvSpPr/>
          <p:nvPr/>
        </p:nvSpPr>
        <p:spPr>
          <a:xfrm>
            <a:off x="1643760" y="8233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9" name=""/>
          <p:cNvSpPr/>
          <p:nvPr/>
        </p:nvSpPr>
        <p:spPr>
          <a:xfrm>
            <a:off x="1643760" y="8233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0" name=""/>
          <p:cNvSpPr/>
          <p:nvPr/>
        </p:nvSpPr>
        <p:spPr>
          <a:xfrm>
            <a:off x="1588320" y="103140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2"/>
                  <a:pt x="72" y="-12"/>
                  <a:pt x="72" y="35"/>
                </a:cubicBezTo>
                <a:cubicBezTo>
                  <a:pt x="72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1" name=""/>
          <p:cNvSpPr/>
          <p:nvPr/>
        </p:nvSpPr>
        <p:spPr>
          <a:xfrm>
            <a:off x="1588320" y="103140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3"/>
                  <a:pt x="0" y="83"/>
                  <a:pt x="0" y="35"/>
                </a:cubicBezTo>
                <a:cubicBezTo>
                  <a:pt x="0" y="-12"/>
                  <a:pt x="72" y="-12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2" name=""/>
          <p:cNvSpPr/>
          <p:nvPr/>
        </p:nvSpPr>
        <p:spPr>
          <a:xfrm>
            <a:off x="1653120" y="93168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2"/>
                  <a:pt x="72" y="-12"/>
                  <a:pt x="72" y="35"/>
                </a:cubicBezTo>
                <a:cubicBezTo>
                  <a:pt x="72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3" name=""/>
          <p:cNvSpPr/>
          <p:nvPr/>
        </p:nvSpPr>
        <p:spPr>
          <a:xfrm>
            <a:off x="1653120" y="93168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3"/>
                  <a:pt x="0" y="83"/>
                  <a:pt x="0" y="35"/>
                </a:cubicBezTo>
                <a:cubicBezTo>
                  <a:pt x="0" y="-12"/>
                  <a:pt x="72" y="-12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4" name=""/>
          <p:cNvSpPr/>
          <p:nvPr/>
        </p:nvSpPr>
        <p:spPr>
          <a:xfrm>
            <a:off x="1600920" y="10828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5" name=""/>
          <p:cNvSpPr/>
          <p:nvPr/>
        </p:nvSpPr>
        <p:spPr>
          <a:xfrm>
            <a:off x="1600920" y="10828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6" name=""/>
          <p:cNvSpPr/>
          <p:nvPr/>
        </p:nvSpPr>
        <p:spPr>
          <a:xfrm>
            <a:off x="1597680" y="82296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7" name=""/>
          <p:cNvSpPr/>
          <p:nvPr/>
        </p:nvSpPr>
        <p:spPr>
          <a:xfrm>
            <a:off x="1597680" y="82296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8" name=""/>
          <p:cNvSpPr/>
          <p:nvPr/>
        </p:nvSpPr>
        <p:spPr>
          <a:xfrm>
            <a:off x="1635480" y="93852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2"/>
                  <a:pt x="72" y="-12"/>
                  <a:pt x="72" y="35"/>
                </a:cubicBezTo>
                <a:cubicBezTo>
                  <a:pt x="72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9" name=""/>
          <p:cNvSpPr/>
          <p:nvPr/>
        </p:nvSpPr>
        <p:spPr>
          <a:xfrm>
            <a:off x="1635480" y="93852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2"/>
                  <a:pt x="0" y="82"/>
                  <a:pt x="0" y="35"/>
                </a:cubicBezTo>
                <a:cubicBezTo>
                  <a:pt x="0" y="-12"/>
                  <a:pt x="72" y="-12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0" name=""/>
          <p:cNvSpPr/>
          <p:nvPr/>
        </p:nvSpPr>
        <p:spPr>
          <a:xfrm>
            <a:off x="1647720" y="866160"/>
            <a:ext cx="25920" cy="25920"/>
          </a:xfrm>
          <a:custGeom>
            <a:avLst/>
            <a:gdLst/>
            <a:ahLst/>
            <a:rect l="0" t="0" r="r" b="b"/>
            <a:pathLst>
              <a:path w="72" h="72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1" name=""/>
          <p:cNvSpPr/>
          <p:nvPr/>
        </p:nvSpPr>
        <p:spPr>
          <a:xfrm>
            <a:off x="1647720" y="866160"/>
            <a:ext cx="25920" cy="25920"/>
          </a:xfrm>
          <a:custGeom>
            <a:avLst/>
            <a:gdLst/>
            <a:ahLst/>
            <a:rect l="0" t="0" r="r" b="b"/>
            <a:pathLst>
              <a:path fill="none" w="72" h="72">
                <a:moveTo>
                  <a:pt x="72" y="36"/>
                </a:moveTo>
                <a:cubicBezTo>
                  <a:pt x="72" y="84"/>
                  <a:pt x="0" y="84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2" name=""/>
          <p:cNvSpPr/>
          <p:nvPr/>
        </p:nvSpPr>
        <p:spPr>
          <a:xfrm>
            <a:off x="1692000" y="109332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3" name=""/>
          <p:cNvSpPr/>
          <p:nvPr/>
        </p:nvSpPr>
        <p:spPr>
          <a:xfrm>
            <a:off x="1692000" y="109332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4" name=""/>
          <p:cNvSpPr/>
          <p:nvPr/>
        </p:nvSpPr>
        <p:spPr>
          <a:xfrm>
            <a:off x="1671840" y="110988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5" name=""/>
          <p:cNvSpPr/>
          <p:nvPr/>
        </p:nvSpPr>
        <p:spPr>
          <a:xfrm>
            <a:off x="1671840" y="110988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6"/>
                </a:moveTo>
                <a:cubicBezTo>
                  <a:pt x="72" y="83"/>
                  <a:pt x="0" y="83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6" name=""/>
          <p:cNvSpPr/>
          <p:nvPr/>
        </p:nvSpPr>
        <p:spPr>
          <a:xfrm>
            <a:off x="1613520" y="107496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7" name=""/>
          <p:cNvSpPr/>
          <p:nvPr/>
        </p:nvSpPr>
        <p:spPr>
          <a:xfrm>
            <a:off x="1613520" y="107496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8" name=""/>
          <p:cNvSpPr/>
          <p:nvPr/>
        </p:nvSpPr>
        <p:spPr>
          <a:xfrm>
            <a:off x="1668240" y="103356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2"/>
                  <a:pt x="0" y="82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99" name=""/>
          <p:cNvSpPr/>
          <p:nvPr/>
        </p:nvSpPr>
        <p:spPr>
          <a:xfrm>
            <a:off x="1668240" y="103356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2"/>
                  <a:pt x="0" y="82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0" name=""/>
          <p:cNvSpPr/>
          <p:nvPr/>
        </p:nvSpPr>
        <p:spPr>
          <a:xfrm>
            <a:off x="1675080" y="921240"/>
            <a:ext cx="25920" cy="25920"/>
          </a:xfrm>
          <a:custGeom>
            <a:avLst/>
            <a:gdLst/>
            <a:ahLst/>
            <a:rect l="0" t="0" r="r" b="b"/>
            <a:pathLst>
              <a:path w="72" h="72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1" name=""/>
          <p:cNvSpPr/>
          <p:nvPr/>
        </p:nvSpPr>
        <p:spPr>
          <a:xfrm>
            <a:off x="1675080" y="921240"/>
            <a:ext cx="25920" cy="25920"/>
          </a:xfrm>
          <a:custGeom>
            <a:avLst/>
            <a:gdLst/>
            <a:ahLst/>
            <a:rect l="0" t="0" r="r" b="b"/>
            <a:pathLst>
              <a:path fill="none" w="72" h="72">
                <a:moveTo>
                  <a:pt x="72" y="36"/>
                </a:moveTo>
                <a:cubicBezTo>
                  <a:pt x="72" y="84"/>
                  <a:pt x="0" y="84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2" name=""/>
          <p:cNvSpPr/>
          <p:nvPr/>
        </p:nvSpPr>
        <p:spPr>
          <a:xfrm>
            <a:off x="1727280" y="127188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3" name=""/>
          <p:cNvSpPr/>
          <p:nvPr/>
        </p:nvSpPr>
        <p:spPr>
          <a:xfrm>
            <a:off x="1727280" y="127188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4" name=""/>
          <p:cNvSpPr/>
          <p:nvPr/>
        </p:nvSpPr>
        <p:spPr>
          <a:xfrm>
            <a:off x="1783440" y="11646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5" name=""/>
          <p:cNvSpPr/>
          <p:nvPr/>
        </p:nvSpPr>
        <p:spPr>
          <a:xfrm>
            <a:off x="1783440" y="11646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6" name=""/>
          <p:cNvSpPr/>
          <p:nvPr/>
        </p:nvSpPr>
        <p:spPr>
          <a:xfrm>
            <a:off x="1435680" y="127368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7" name=""/>
          <p:cNvSpPr/>
          <p:nvPr/>
        </p:nvSpPr>
        <p:spPr>
          <a:xfrm>
            <a:off x="1435680" y="127368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8" name=""/>
          <p:cNvSpPr/>
          <p:nvPr/>
        </p:nvSpPr>
        <p:spPr>
          <a:xfrm>
            <a:off x="1402200" y="10612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9" name=""/>
          <p:cNvSpPr/>
          <p:nvPr/>
        </p:nvSpPr>
        <p:spPr>
          <a:xfrm>
            <a:off x="1402200" y="10612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0" name=""/>
          <p:cNvSpPr/>
          <p:nvPr/>
        </p:nvSpPr>
        <p:spPr>
          <a:xfrm>
            <a:off x="1235160" y="12816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1" name=""/>
          <p:cNvSpPr/>
          <p:nvPr/>
        </p:nvSpPr>
        <p:spPr>
          <a:xfrm>
            <a:off x="1235160" y="12816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2" name=""/>
          <p:cNvSpPr/>
          <p:nvPr/>
        </p:nvSpPr>
        <p:spPr>
          <a:xfrm>
            <a:off x="1404360" y="12430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3" name=""/>
          <p:cNvSpPr/>
          <p:nvPr/>
        </p:nvSpPr>
        <p:spPr>
          <a:xfrm>
            <a:off x="1404360" y="12430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4" name=""/>
          <p:cNvSpPr/>
          <p:nvPr/>
        </p:nvSpPr>
        <p:spPr>
          <a:xfrm>
            <a:off x="1448640" y="10306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1"/>
                  <a:pt x="71" y="-11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5" name=""/>
          <p:cNvSpPr/>
          <p:nvPr/>
        </p:nvSpPr>
        <p:spPr>
          <a:xfrm>
            <a:off x="1448640" y="10306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1"/>
                  <a:pt x="71" y="-11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6" name=""/>
          <p:cNvSpPr/>
          <p:nvPr/>
        </p:nvSpPr>
        <p:spPr>
          <a:xfrm>
            <a:off x="1495440" y="10868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7" name=""/>
          <p:cNvSpPr/>
          <p:nvPr/>
        </p:nvSpPr>
        <p:spPr>
          <a:xfrm>
            <a:off x="1495440" y="10868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8" name=""/>
          <p:cNvSpPr/>
          <p:nvPr/>
        </p:nvSpPr>
        <p:spPr>
          <a:xfrm>
            <a:off x="1535040" y="1123200"/>
            <a:ext cx="25920" cy="25920"/>
          </a:xfrm>
          <a:custGeom>
            <a:avLst/>
            <a:gdLst/>
            <a:ahLst/>
            <a:rect l="0" t="0" r="r" b="b"/>
            <a:pathLst>
              <a:path w="72" h="72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9" name=""/>
          <p:cNvSpPr/>
          <p:nvPr/>
        </p:nvSpPr>
        <p:spPr>
          <a:xfrm>
            <a:off x="1535040" y="1123200"/>
            <a:ext cx="25920" cy="25920"/>
          </a:xfrm>
          <a:custGeom>
            <a:avLst/>
            <a:gdLst/>
            <a:ahLst/>
            <a:rect l="0" t="0" r="r" b="b"/>
            <a:pathLst>
              <a:path fill="none" w="72" h="72">
                <a:moveTo>
                  <a:pt x="72" y="36"/>
                </a:moveTo>
                <a:cubicBezTo>
                  <a:pt x="72" y="84"/>
                  <a:pt x="0" y="84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0" name=""/>
          <p:cNvSpPr/>
          <p:nvPr/>
        </p:nvSpPr>
        <p:spPr>
          <a:xfrm>
            <a:off x="1474560" y="11725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1" name=""/>
          <p:cNvSpPr/>
          <p:nvPr/>
        </p:nvSpPr>
        <p:spPr>
          <a:xfrm>
            <a:off x="1474560" y="11725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2" name=""/>
          <p:cNvSpPr/>
          <p:nvPr/>
        </p:nvSpPr>
        <p:spPr>
          <a:xfrm>
            <a:off x="1516320" y="119016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3" name=""/>
          <p:cNvSpPr/>
          <p:nvPr/>
        </p:nvSpPr>
        <p:spPr>
          <a:xfrm>
            <a:off x="1516320" y="119016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4" name=""/>
          <p:cNvSpPr/>
          <p:nvPr/>
        </p:nvSpPr>
        <p:spPr>
          <a:xfrm>
            <a:off x="1525680" y="120456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5" name=""/>
          <p:cNvSpPr/>
          <p:nvPr/>
        </p:nvSpPr>
        <p:spPr>
          <a:xfrm>
            <a:off x="1525680" y="120456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6" name=""/>
          <p:cNvSpPr/>
          <p:nvPr/>
        </p:nvSpPr>
        <p:spPr>
          <a:xfrm>
            <a:off x="1658520" y="11329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7" name=""/>
          <p:cNvSpPr/>
          <p:nvPr/>
        </p:nvSpPr>
        <p:spPr>
          <a:xfrm>
            <a:off x="1658520" y="11329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2"/>
                  <a:pt x="0" y="82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8" name=""/>
          <p:cNvSpPr/>
          <p:nvPr/>
        </p:nvSpPr>
        <p:spPr>
          <a:xfrm>
            <a:off x="1700280" y="107352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9" name=""/>
          <p:cNvSpPr/>
          <p:nvPr/>
        </p:nvSpPr>
        <p:spPr>
          <a:xfrm>
            <a:off x="1700280" y="107352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0" name=""/>
          <p:cNvSpPr/>
          <p:nvPr/>
        </p:nvSpPr>
        <p:spPr>
          <a:xfrm>
            <a:off x="1738800" y="1119600"/>
            <a:ext cx="25920" cy="25920"/>
          </a:xfrm>
          <a:custGeom>
            <a:avLst/>
            <a:gdLst/>
            <a:ahLst/>
            <a:rect l="0" t="0" r="r" b="b"/>
            <a:pathLst>
              <a:path w="72" h="72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1" name=""/>
          <p:cNvSpPr/>
          <p:nvPr/>
        </p:nvSpPr>
        <p:spPr>
          <a:xfrm>
            <a:off x="1738800" y="1119600"/>
            <a:ext cx="25920" cy="25920"/>
          </a:xfrm>
          <a:custGeom>
            <a:avLst/>
            <a:gdLst/>
            <a:ahLst/>
            <a:rect l="0" t="0" r="r" b="b"/>
            <a:pathLst>
              <a:path fill="none" w="72" h="72">
                <a:moveTo>
                  <a:pt x="72" y="36"/>
                </a:moveTo>
                <a:cubicBezTo>
                  <a:pt x="72" y="84"/>
                  <a:pt x="0" y="84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2" name=""/>
          <p:cNvSpPr/>
          <p:nvPr/>
        </p:nvSpPr>
        <p:spPr>
          <a:xfrm>
            <a:off x="1756440" y="100368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1"/>
                  <a:pt x="72" y="-11"/>
                  <a:pt x="72" y="35"/>
                </a:cubicBezTo>
                <a:cubicBezTo>
                  <a:pt x="72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3" name=""/>
          <p:cNvSpPr/>
          <p:nvPr/>
        </p:nvSpPr>
        <p:spPr>
          <a:xfrm>
            <a:off x="1756440" y="100368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3"/>
                  <a:pt x="0" y="83"/>
                  <a:pt x="0" y="35"/>
                </a:cubicBezTo>
                <a:cubicBezTo>
                  <a:pt x="0" y="-11"/>
                  <a:pt x="72" y="-11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4" name=""/>
          <p:cNvSpPr/>
          <p:nvPr/>
        </p:nvSpPr>
        <p:spPr>
          <a:xfrm>
            <a:off x="1785600" y="99288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5" name=""/>
          <p:cNvSpPr/>
          <p:nvPr/>
        </p:nvSpPr>
        <p:spPr>
          <a:xfrm>
            <a:off x="1785600" y="99288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6" name=""/>
          <p:cNvSpPr/>
          <p:nvPr/>
        </p:nvSpPr>
        <p:spPr>
          <a:xfrm>
            <a:off x="1799280" y="1046520"/>
            <a:ext cx="25920" cy="25920"/>
          </a:xfrm>
          <a:custGeom>
            <a:avLst/>
            <a:gdLst/>
            <a:ahLst/>
            <a:rect l="0" t="0" r="r" b="b"/>
            <a:pathLst>
              <a:path w="72" h="72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7" name=""/>
          <p:cNvSpPr/>
          <p:nvPr/>
        </p:nvSpPr>
        <p:spPr>
          <a:xfrm>
            <a:off x="1799280" y="1046520"/>
            <a:ext cx="25920" cy="25920"/>
          </a:xfrm>
          <a:custGeom>
            <a:avLst/>
            <a:gdLst/>
            <a:ahLst/>
            <a:rect l="0" t="0" r="r" b="b"/>
            <a:pathLst>
              <a:path fill="none" w="72" h="72">
                <a:moveTo>
                  <a:pt x="72" y="36"/>
                </a:moveTo>
                <a:cubicBezTo>
                  <a:pt x="72" y="84"/>
                  <a:pt x="0" y="84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8" name=""/>
          <p:cNvSpPr/>
          <p:nvPr/>
        </p:nvSpPr>
        <p:spPr>
          <a:xfrm>
            <a:off x="1828800" y="10051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39" name=""/>
          <p:cNvSpPr/>
          <p:nvPr/>
        </p:nvSpPr>
        <p:spPr>
          <a:xfrm>
            <a:off x="1828800" y="10051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2"/>
                  <a:pt x="0" y="82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0" name=""/>
          <p:cNvSpPr/>
          <p:nvPr/>
        </p:nvSpPr>
        <p:spPr>
          <a:xfrm>
            <a:off x="1849320" y="10044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1" name=""/>
          <p:cNvSpPr/>
          <p:nvPr/>
        </p:nvSpPr>
        <p:spPr>
          <a:xfrm>
            <a:off x="1849320" y="10044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2" name=""/>
          <p:cNvSpPr/>
          <p:nvPr/>
        </p:nvSpPr>
        <p:spPr>
          <a:xfrm>
            <a:off x="1799640" y="11131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2"/>
                  <a:pt x="0" y="82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3" name=""/>
          <p:cNvSpPr/>
          <p:nvPr/>
        </p:nvSpPr>
        <p:spPr>
          <a:xfrm>
            <a:off x="1799640" y="11131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2"/>
                  <a:pt x="0" y="82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4" name=""/>
          <p:cNvSpPr/>
          <p:nvPr/>
        </p:nvSpPr>
        <p:spPr>
          <a:xfrm>
            <a:off x="1764000" y="11797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5" name=""/>
          <p:cNvSpPr/>
          <p:nvPr/>
        </p:nvSpPr>
        <p:spPr>
          <a:xfrm>
            <a:off x="1764000" y="11797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6" name=""/>
          <p:cNvSpPr/>
          <p:nvPr/>
        </p:nvSpPr>
        <p:spPr>
          <a:xfrm>
            <a:off x="1757160" y="103500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2"/>
                  <a:pt x="0" y="82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7" name=""/>
          <p:cNvSpPr/>
          <p:nvPr/>
        </p:nvSpPr>
        <p:spPr>
          <a:xfrm>
            <a:off x="1757160" y="103500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6"/>
                </a:moveTo>
                <a:cubicBezTo>
                  <a:pt x="72" y="82"/>
                  <a:pt x="0" y="82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8" name=""/>
          <p:cNvSpPr/>
          <p:nvPr/>
        </p:nvSpPr>
        <p:spPr>
          <a:xfrm>
            <a:off x="1886400" y="12679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49" name=""/>
          <p:cNvSpPr/>
          <p:nvPr/>
        </p:nvSpPr>
        <p:spPr>
          <a:xfrm>
            <a:off x="1886400" y="12679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0" name=""/>
          <p:cNvSpPr/>
          <p:nvPr/>
        </p:nvSpPr>
        <p:spPr>
          <a:xfrm>
            <a:off x="1939320" y="109944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1" name=""/>
          <p:cNvSpPr/>
          <p:nvPr/>
        </p:nvSpPr>
        <p:spPr>
          <a:xfrm>
            <a:off x="1939320" y="109944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2" name=""/>
          <p:cNvSpPr/>
          <p:nvPr/>
        </p:nvSpPr>
        <p:spPr>
          <a:xfrm>
            <a:off x="1234440" y="13568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1"/>
                  <a:pt x="71" y="-11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3" name=""/>
          <p:cNvSpPr/>
          <p:nvPr/>
        </p:nvSpPr>
        <p:spPr>
          <a:xfrm>
            <a:off x="1234440" y="13568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1"/>
                  <a:pt x="71" y="-11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4" name=""/>
          <p:cNvSpPr/>
          <p:nvPr/>
        </p:nvSpPr>
        <p:spPr>
          <a:xfrm>
            <a:off x="1151280" y="142596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5" name=""/>
          <p:cNvSpPr/>
          <p:nvPr/>
        </p:nvSpPr>
        <p:spPr>
          <a:xfrm>
            <a:off x="1151280" y="142596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6" name=""/>
          <p:cNvSpPr/>
          <p:nvPr/>
        </p:nvSpPr>
        <p:spPr>
          <a:xfrm>
            <a:off x="1296360" y="12366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2"/>
                  <a:pt x="0" y="82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7" name=""/>
          <p:cNvSpPr/>
          <p:nvPr/>
        </p:nvSpPr>
        <p:spPr>
          <a:xfrm>
            <a:off x="1296360" y="12366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2"/>
                  <a:pt x="0" y="82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8" name=""/>
          <p:cNvSpPr/>
          <p:nvPr/>
        </p:nvSpPr>
        <p:spPr>
          <a:xfrm>
            <a:off x="1454400" y="119916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9" name=""/>
          <p:cNvSpPr/>
          <p:nvPr/>
        </p:nvSpPr>
        <p:spPr>
          <a:xfrm>
            <a:off x="1454400" y="119916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0" name=""/>
          <p:cNvSpPr/>
          <p:nvPr/>
        </p:nvSpPr>
        <p:spPr>
          <a:xfrm>
            <a:off x="1494000" y="104724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2"/>
                  <a:pt x="72" y="-12"/>
                  <a:pt x="72" y="35"/>
                </a:cubicBezTo>
                <a:cubicBezTo>
                  <a:pt x="72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1" name=""/>
          <p:cNvSpPr/>
          <p:nvPr/>
        </p:nvSpPr>
        <p:spPr>
          <a:xfrm>
            <a:off x="1494000" y="104724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3"/>
                  <a:pt x="0" y="83"/>
                  <a:pt x="0" y="35"/>
                </a:cubicBezTo>
                <a:cubicBezTo>
                  <a:pt x="0" y="-12"/>
                  <a:pt x="72" y="-12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2" name=""/>
          <p:cNvSpPr/>
          <p:nvPr/>
        </p:nvSpPr>
        <p:spPr>
          <a:xfrm>
            <a:off x="1536480" y="11826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1"/>
                  <a:pt x="71" y="-11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3" name=""/>
          <p:cNvSpPr/>
          <p:nvPr/>
        </p:nvSpPr>
        <p:spPr>
          <a:xfrm>
            <a:off x="1536480" y="11826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1"/>
                  <a:pt x="71" y="-11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4" name=""/>
          <p:cNvSpPr/>
          <p:nvPr/>
        </p:nvSpPr>
        <p:spPr>
          <a:xfrm>
            <a:off x="1583280" y="8200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5" name=""/>
          <p:cNvSpPr/>
          <p:nvPr/>
        </p:nvSpPr>
        <p:spPr>
          <a:xfrm>
            <a:off x="1583280" y="8200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6" name=""/>
          <p:cNvSpPr/>
          <p:nvPr/>
        </p:nvSpPr>
        <p:spPr>
          <a:xfrm>
            <a:off x="1575360" y="10069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1"/>
                  <a:pt x="71" y="-11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7" name=""/>
          <p:cNvSpPr/>
          <p:nvPr/>
        </p:nvSpPr>
        <p:spPr>
          <a:xfrm>
            <a:off x="1575360" y="10069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1"/>
                  <a:pt x="71" y="-11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8" name=""/>
          <p:cNvSpPr/>
          <p:nvPr/>
        </p:nvSpPr>
        <p:spPr>
          <a:xfrm>
            <a:off x="1682280" y="109116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69" name=""/>
          <p:cNvSpPr/>
          <p:nvPr/>
        </p:nvSpPr>
        <p:spPr>
          <a:xfrm>
            <a:off x="1682280" y="109116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2"/>
                  <a:pt x="0" y="82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0" name=""/>
          <p:cNvSpPr/>
          <p:nvPr/>
        </p:nvSpPr>
        <p:spPr>
          <a:xfrm>
            <a:off x="1649880" y="10278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1" name=""/>
          <p:cNvSpPr/>
          <p:nvPr/>
        </p:nvSpPr>
        <p:spPr>
          <a:xfrm>
            <a:off x="1649880" y="10278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2"/>
                  <a:pt x="0" y="82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2" name=""/>
          <p:cNvSpPr/>
          <p:nvPr/>
        </p:nvSpPr>
        <p:spPr>
          <a:xfrm>
            <a:off x="1662480" y="102024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3" name=""/>
          <p:cNvSpPr/>
          <p:nvPr/>
        </p:nvSpPr>
        <p:spPr>
          <a:xfrm>
            <a:off x="1662480" y="102024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4" name=""/>
          <p:cNvSpPr/>
          <p:nvPr/>
        </p:nvSpPr>
        <p:spPr>
          <a:xfrm>
            <a:off x="1683720" y="11134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5" name=""/>
          <p:cNvSpPr/>
          <p:nvPr/>
        </p:nvSpPr>
        <p:spPr>
          <a:xfrm>
            <a:off x="1683720" y="11134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6" name=""/>
          <p:cNvSpPr/>
          <p:nvPr/>
        </p:nvSpPr>
        <p:spPr>
          <a:xfrm>
            <a:off x="1689120" y="11048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7" name=""/>
          <p:cNvSpPr/>
          <p:nvPr/>
        </p:nvSpPr>
        <p:spPr>
          <a:xfrm>
            <a:off x="1689120" y="11048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8" name=""/>
          <p:cNvSpPr/>
          <p:nvPr/>
        </p:nvSpPr>
        <p:spPr>
          <a:xfrm>
            <a:off x="1726560" y="12186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9" name=""/>
          <p:cNvSpPr/>
          <p:nvPr/>
        </p:nvSpPr>
        <p:spPr>
          <a:xfrm>
            <a:off x="1726560" y="12186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0" name=""/>
          <p:cNvSpPr/>
          <p:nvPr/>
        </p:nvSpPr>
        <p:spPr>
          <a:xfrm>
            <a:off x="1738800" y="11592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2"/>
                  <a:pt x="0" y="82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1" name=""/>
          <p:cNvSpPr/>
          <p:nvPr/>
        </p:nvSpPr>
        <p:spPr>
          <a:xfrm>
            <a:off x="1738800" y="11592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2"/>
                  <a:pt x="0" y="82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2" name=""/>
          <p:cNvSpPr/>
          <p:nvPr/>
        </p:nvSpPr>
        <p:spPr>
          <a:xfrm>
            <a:off x="1756440" y="8650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3" name=""/>
          <p:cNvSpPr/>
          <p:nvPr/>
        </p:nvSpPr>
        <p:spPr>
          <a:xfrm>
            <a:off x="1756440" y="8650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4" name=""/>
          <p:cNvSpPr/>
          <p:nvPr/>
        </p:nvSpPr>
        <p:spPr>
          <a:xfrm>
            <a:off x="1824120" y="9576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5" name=""/>
          <p:cNvSpPr/>
          <p:nvPr/>
        </p:nvSpPr>
        <p:spPr>
          <a:xfrm>
            <a:off x="1824120" y="9576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6" name=""/>
          <p:cNvSpPr/>
          <p:nvPr/>
        </p:nvSpPr>
        <p:spPr>
          <a:xfrm>
            <a:off x="1864080" y="109980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7" name=""/>
          <p:cNvSpPr/>
          <p:nvPr/>
        </p:nvSpPr>
        <p:spPr>
          <a:xfrm>
            <a:off x="1864080" y="109980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8" name=""/>
          <p:cNvSpPr/>
          <p:nvPr/>
        </p:nvSpPr>
        <p:spPr>
          <a:xfrm>
            <a:off x="1902240" y="947520"/>
            <a:ext cx="26280" cy="25560"/>
          </a:xfrm>
          <a:custGeom>
            <a:avLst/>
            <a:gdLst/>
            <a:ahLst/>
            <a:rect l="0" t="0" r="r" b="b"/>
            <a:pathLst>
              <a:path w="73" h="71">
                <a:moveTo>
                  <a:pt x="0" y="36"/>
                </a:moveTo>
                <a:cubicBezTo>
                  <a:pt x="0" y="-12"/>
                  <a:pt x="73" y="-12"/>
                  <a:pt x="73" y="36"/>
                </a:cubicBezTo>
                <a:cubicBezTo>
                  <a:pt x="73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89" name=""/>
          <p:cNvSpPr/>
          <p:nvPr/>
        </p:nvSpPr>
        <p:spPr>
          <a:xfrm>
            <a:off x="1902240" y="947520"/>
            <a:ext cx="26280" cy="25560"/>
          </a:xfrm>
          <a:custGeom>
            <a:avLst/>
            <a:gdLst/>
            <a:ahLst/>
            <a:rect l="0" t="0" r="r" b="b"/>
            <a:pathLst>
              <a:path fill="none" w="73" h="71">
                <a:moveTo>
                  <a:pt x="73" y="36"/>
                </a:moveTo>
                <a:cubicBezTo>
                  <a:pt x="73" y="83"/>
                  <a:pt x="0" y="83"/>
                  <a:pt x="0" y="36"/>
                </a:cubicBezTo>
                <a:cubicBezTo>
                  <a:pt x="0" y="-12"/>
                  <a:pt x="73" y="-12"/>
                  <a:pt x="73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0" name=""/>
          <p:cNvSpPr/>
          <p:nvPr/>
        </p:nvSpPr>
        <p:spPr>
          <a:xfrm>
            <a:off x="1979280" y="8758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1" name=""/>
          <p:cNvSpPr/>
          <p:nvPr/>
        </p:nvSpPr>
        <p:spPr>
          <a:xfrm>
            <a:off x="1979280" y="8758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2" name=""/>
          <p:cNvSpPr/>
          <p:nvPr/>
        </p:nvSpPr>
        <p:spPr>
          <a:xfrm>
            <a:off x="2030400" y="11566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3" name=""/>
          <p:cNvSpPr/>
          <p:nvPr/>
        </p:nvSpPr>
        <p:spPr>
          <a:xfrm>
            <a:off x="2030400" y="11566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4" name=""/>
          <p:cNvSpPr/>
          <p:nvPr/>
        </p:nvSpPr>
        <p:spPr>
          <a:xfrm>
            <a:off x="2103480" y="117792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2"/>
                  <a:pt x="72" y="-12"/>
                  <a:pt x="72" y="35"/>
                </a:cubicBezTo>
                <a:cubicBezTo>
                  <a:pt x="72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5" name=""/>
          <p:cNvSpPr/>
          <p:nvPr/>
        </p:nvSpPr>
        <p:spPr>
          <a:xfrm>
            <a:off x="2103480" y="117792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2"/>
                  <a:pt x="0" y="82"/>
                  <a:pt x="0" y="35"/>
                </a:cubicBezTo>
                <a:cubicBezTo>
                  <a:pt x="0" y="-12"/>
                  <a:pt x="72" y="-12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6" name=""/>
          <p:cNvSpPr/>
          <p:nvPr/>
        </p:nvSpPr>
        <p:spPr>
          <a:xfrm>
            <a:off x="2178000" y="13824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7" name=""/>
          <p:cNvSpPr/>
          <p:nvPr/>
        </p:nvSpPr>
        <p:spPr>
          <a:xfrm>
            <a:off x="2178000" y="13824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2"/>
                  <a:pt x="0" y="82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8" name=""/>
          <p:cNvSpPr/>
          <p:nvPr/>
        </p:nvSpPr>
        <p:spPr>
          <a:xfrm>
            <a:off x="1544400" y="11890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99" name=""/>
          <p:cNvSpPr/>
          <p:nvPr/>
        </p:nvSpPr>
        <p:spPr>
          <a:xfrm>
            <a:off x="1544400" y="11890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0" name=""/>
          <p:cNvSpPr/>
          <p:nvPr/>
        </p:nvSpPr>
        <p:spPr>
          <a:xfrm>
            <a:off x="1327320" y="124992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1" name=""/>
          <p:cNvSpPr/>
          <p:nvPr/>
        </p:nvSpPr>
        <p:spPr>
          <a:xfrm>
            <a:off x="1327320" y="124992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2" name=""/>
          <p:cNvSpPr/>
          <p:nvPr/>
        </p:nvSpPr>
        <p:spPr>
          <a:xfrm>
            <a:off x="1459080" y="109980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3" name=""/>
          <p:cNvSpPr/>
          <p:nvPr/>
        </p:nvSpPr>
        <p:spPr>
          <a:xfrm>
            <a:off x="1459080" y="109980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4" name=""/>
          <p:cNvSpPr/>
          <p:nvPr/>
        </p:nvSpPr>
        <p:spPr>
          <a:xfrm>
            <a:off x="1431720" y="11113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5" name=""/>
          <p:cNvSpPr/>
          <p:nvPr/>
        </p:nvSpPr>
        <p:spPr>
          <a:xfrm>
            <a:off x="1431720" y="11113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6" name=""/>
          <p:cNvSpPr/>
          <p:nvPr/>
        </p:nvSpPr>
        <p:spPr>
          <a:xfrm>
            <a:off x="1498680" y="9806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7" name=""/>
          <p:cNvSpPr/>
          <p:nvPr/>
        </p:nvSpPr>
        <p:spPr>
          <a:xfrm>
            <a:off x="1498680" y="9806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8" name=""/>
          <p:cNvSpPr/>
          <p:nvPr/>
        </p:nvSpPr>
        <p:spPr>
          <a:xfrm>
            <a:off x="1565640" y="106812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09" name=""/>
          <p:cNvSpPr/>
          <p:nvPr/>
        </p:nvSpPr>
        <p:spPr>
          <a:xfrm>
            <a:off x="1565640" y="106812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0" name=""/>
          <p:cNvSpPr/>
          <p:nvPr/>
        </p:nvSpPr>
        <p:spPr>
          <a:xfrm>
            <a:off x="1543680" y="12052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1"/>
                  <a:pt x="71" y="-11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1" name=""/>
          <p:cNvSpPr/>
          <p:nvPr/>
        </p:nvSpPr>
        <p:spPr>
          <a:xfrm>
            <a:off x="1543680" y="12052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1"/>
                  <a:pt x="71" y="-11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2" name=""/>
          <p:cNvSpPr/>
          <p:nvPr/>
        </p:nvSpPr>
        <p:spPr>
          <a:xfrm>
            <a:off x="1602000" y="104796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3" name=""/>
          <p:cNvSpPr/>
          <p:nvPr/>
        </p:nvSpPr>
        <p:spPr>
          <a:xfrm>
            <a:off x="1602000" y="104796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6"/>
                </a:moveTo>
                <a:cubicBezTo>
                  <a:pt x="72" y="83"/>
                  <a:pt x="0" y="83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4" name=""/>
          <p:cNvSpPr/>
          <p:nvPr/>
        </p:nvSpPr>
        <p:spPr>
          <a:xfrm>
            <a:off x="1627560" y="10656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5" name=""/>
          <p:cNvSpPr/>
          <p:nvPr/>
        </p:nvSpPr>
        <p:spPr>
          <a:xfrm>
            <a:off x="1627560" y="10656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6" name=""/>
          <p:cNvSpPr/>
          <p:nvPr/>
        </p:nvSpPr>
        <p:spPr>
          <a:xfrm>
            <a:off x="1598760" y="10346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7" name=""/>
          <p:cNvSpPr/>
          <p:nvPr/>
        </p:nvSpPr>
        <p:spPr>
          <a:xfrm>
            <a:off x="1598760" y="10346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2"/>
                  <a:pt x="0" y="82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8" name=""/>
          <p:cNvSpPr/>
          <p:nvPr/>
        </p:nvSpPr>
        <p:spPr>
          <a:xfrm>
            <a:off x="1662480" y="11761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9" name=""/>
          <p:cNvSpPr/>
          <p:nvPr/>
        </p:nvSpPr>
        <p:spPr>
          <a:xfrm>
            <a:off x="1662480" y="11761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0" name=""/>
          <p:cNvSpPr/>
          <p:nvPr/>
        </p:nvSpPr>
        <p:spPr>
          <a:xfrm>
            <a:off x="1670760" y="10602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1" name=""/>
          <p:cNvSpPr/>
          <p:nvPr/>
        </p:nvSpPr>
        <p:spPr>
          <a:xfrm>
            <a:off x="1670760" y="10602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2" name=""/>
          <p:cNvSpPr/>
          <p:nvPr/>
        </p:nvSpPr>
        <p:spPr>
          <a:xfrm>
            <a:off x="1723680" y="109224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3" name=""/>
          <p:cNvSpPr/>
          <p:nvPr/>
        </p:nvSpPr>
        <p:spPr>
          <a:xfrm>
            <a:off x="1723680" y="109224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4" name=""/>
          <p:cNvSpPr/>
          <p:nvPr/>
        </p:nvSpPr>
        <p:spPr>
          <a:xfrm>
            <a:off x="1734120" y="107316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5" name=""/>
          <p:cNvSpPr/>
          <p:nvPr/>
        </p:nvSpPr>
        <p:spPr>
          <a:xfrm>
            <a:off x="1734120" y="107316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6" name=""/>
          <p:cNvSpPr/>
          <p:nvPr/>
        </p:nvSpPr>
        <p:spPr>
          <a:xfrm>
            <a:off x="1773720" y="12268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7" name=""/>
          <p:cNvSpPr/>
          <p:nvPr/>
        </p:nvSpPr>
        <p:spPr>
          <a:xfrm>
            <a:off x="1773720" y="12268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8" name=""/>
          <p:cNvSpPr/>
          <p:nvPr/>
        </p:nvSpPr>
        <p:spPr>
          <a:xfrm>
            <a:off x="1863360" y="104724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29" name=""/>
          <p:cNvSpPr/>
          <p:nvPr/>
        </p:nvSpPr>
        <p:spPr>
          <a:xfrm>
            <a:off x="1863360" y="104724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0" name=""/>
          <p:cNvSpPr/>
          <p:nvPr/>
        </p:nvSpPr>
        <p:spPr>
          <a:xfrm>
            <a:off x="1946520" y="102168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1" name=""/>
          <p:cNvSpPr/>
          <p:nvPr/>
        </p:nvSpPr>
        <p:spPr>
          <a:xfrm>
            <a:off x="1946520" y="102168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2" name=""/>
          <p:cNvSpPr/>
          <p:nvPr/>
        </p:nvSpPr>
        <p:spPr>
          <a:xfrm>
            <a:off x="1962000" y="10540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3" name=""/>
          <p:cNvSpPr/>
          <p:nvPr/>
        </p:nvSpPr>
        <p:spPr>
          <a:xfrm>
            <a:off x="1962000" y="10540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4" name=""/>
          <p:cNvSpPr/>
          <p:nvPr/>
        </p:nvSpPr>
        <p:spPr>
          <a:xfrm>
            <a:off x="1999800" y="11854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5" name=""/>
          <p:cNvSpPr/>
          <p:nvPr/>
        </p:nvSpPr>
        <p:spPr>
          <a:xfrm>
            <a:off x="1999800" y="11854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6" name=""/>
          <p:cNvSpPr/>
          <p:nvPr/>
        </p:nvSpPr>
        <p:spPr>
          <a:xfrm>
            <a:off x="2054520" y="129780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7" name=""/>
          <p:cNvSpPr/>
          <p:nvPr/>
        </p:nvSpPr>
        <p:spPr>
          <a:xfrm>
            <a:off x="2054520" y="129780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8" name=""/>
          <p:cNvSpPr/>
          <p:nvPr/>
        </p:nvSpPr>
        <p:spPr>
          <a:xfrm>
            <a:off x="2099880" y="120060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9" name=""/>
          <p:cNvSpPr/>
          <p:nvPr/>
        </p:nvSpPr>
        <p:spPr>
          <a:xfrm>
            <a:off x="2099880" y="120060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0" name=""/>
          <p:cNvSpPr/>
          <p:nvPr/>
        </p:nvSpPr>
        <p:spPr>
          <a:xfrm>
            <a:off x="2127600" y="14792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1"/>
                  <a:pt x="71" y="-11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1" name=""/>
          <p:cNvSpPr/>
          <p:nvPr/>
        </p:nvSpPr>
        <p:spPr>
          <a:xfrm>
            <a:off x="2127600" y="14792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1"/>
                  <a:pt x="71" y="-11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2" name=""/>
          <p:cNvSpPr/>
          <p:nvPr/>
        </p:nvSpPr>
        <p:spPr>
          <a:xfrm>
            <a:off x="2228760" y="142020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3" name=""/>
          <p:cNvSpPr/>
          <p:nvPr/>
        </p:nvSpPr>
        <p:spPr>
          <a:xfrm>
            <a:off x="2228760" y="142020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4" name=""/>
          <p:cNvSpPr/>
          <p:nvPr/>
        </p:nvSpPr>
        <p:spPr>
          <a:xfrm>
            <a:off x="1770840" y="134208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2"/>
                  <a:pt x="72" y="-12"/>
                  <a:pt x="72" y="35"/>
                </a:cubicBezTo>
                <a:cubicBezTo>
                  <a:pt x="72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5" name=""/>
          <p:cNvSpPr/>
          <p:nvPr/>
        </p:nvSpPr>
        <p:spPr>
          <a:xfrm>
            <a:off x="1770840" y="134208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2"/>
                  <a:pt x="0" y="82"/>
                  <a:pt x="0" y="35"/>
                </a:cubicBezTo>
                <a:cubicBezTo>
                  <a:pt x="0" y="-12"/>
                  <a:pt x="72" y="-12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6" name=""/>
          <p:cNvSpPr/>
          <p:nvPr/>
        </p:nvSpPr>
        <p:spPr>
          <a:xfrm>
            <a:off x="1815840" y="11156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7" name=""/>
          <p:cNvSpPr/>
          <p:nvPr/>
        </p:nvSpPr>
        <p:spPr>
          <a:xfrm>
            <a:off x="1815840" y="11156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8" name=""/>
          <p:cNvSpPr/>
          <p:nvPr/>
        </p:nvSpPr>
        <p:spPr>
          <a:xfrm>
            <a:off x="1694160" y="12859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49" name=""/>
          <p:cNvSpPr/>
          <p:nvPr/>
        </p:nvSpPr>
        <p:spPr>
          <a:xfrm>
            <a:off x="1694160" y="12859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0" name=""/>
          <p:cNvSpPr/>
          <p:nvPr/>
        </p:nvSpPr>
        <p:spPr>
          <a:xfrm>
            <a:off x="1744200" y="13852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1"/>
                  <a:pt x="71" y="-11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1" name=""/>
          <p:cNvSpPr/>
          <p:nvPr/>
        </p:nvSpPr>
        <p:spPr>
          <a:xfrm>
            <a:off x="1744200" y="13852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1"/>
                  <a:pt x="71" y="-11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2" name=""/>
          <p:cNvSpPr/>
          <p:nvPr/>
        </p:nvSpPr>
        <p:spPr>
          <a:xfrm>
            <a:off x="1841400" y="103428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3" name=""/>
          <p:cNvSpPr/>
          <p:nvPr/>
        </p:nvSpPr>
        <p:spPr>
          <a:xfrm>
            <a:off x="1841400" y="103428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6"/>
                </a:moveTo>
                <a:cubicBezTo>
                  <a:pt x="72" y="83"/>
                  <a:pt x="0" y="83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4" name=""/>
          <p:cNvSpPr/>
          <p:nvPr/>
        </p:nvSpPr>
        <p:spPr>
          <a:xfrm>
            <a:off x="1811520" y="120312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2"/>
                  <a:pt x="72" y="-12"/>
                  <a:pt x="72" y="35"/>
                </a:cubicBezTo>
                <a:cubicBezTo>
                  <a:pt x="72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5" name=""/>
          <p:cNvSpPr/>
          <p:nvPr/>
        </p:nvSpPr>
        <p:spPr>
          <a:xfrm>
            <a:off x="1811520" y="120312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3"/>
                  <a:pt x="0" y="83"/>
                  <a:pt x="0" y="35"/>
                </a:cubicBezTo>
                <a:cubicBezTo>
                  <a:pt x="0" y="-12"/>
                  <a:pt x="72" y="-12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6" name=""/>
          <p:cNvSpPr/>
          <p:nvPr/>
        </p:nvSpPr>
        <p:spPr>
          <a:xfrm>
            <a:off x="1864440" y="12625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7" name=""/>
          <p:cNvSpPr/>
          <p:nvPr/>
        </p:nvSpPr>
        <p:spPr>
          <a:xfrm>
            <a:off x="1864440" y="12625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8" name=""/>
          <p:cNvSpPr/>
          <p:nvPr/>
        </p:nvSpPr>
        <p:spPr>
          <a:xfrm>
            <a:off x="1744560" y="11336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9" name=""/>
          <p:cNvSpPr/>
          <p:nvPr/>
        </p:nvSpPr>
        <p:spPr>
          <a:xfrm>
            <a:off x="1744560" y="11336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0" name=""/>
          <p:cNvSpPr/>
          <p:nvPr/>
        </p:nvSpPr>
        <p:spPr>
          <a:xfrm>
            <a:off x="1769040" y="11779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1"/>
                  <a:pt x="71" y="-11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1" name=""/>
          <p:cNvSpPr/>
          <p:nvPr/>
        </p:nvSpPr>
        <p:spPr>
          <a:xfrm>
            <a:off x="1769040" y="11779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1"/>
                  <a:pt x="71" y="-11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2" name=""/>
          <p:cNvSpPr/>
          <p:nvPr/>
        </p:nvSpPr>
        <p:spPr>
          <a:xfrm>
            <a:off x="1710720" y="106344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3" name=""/>
          <p:cNvSpPr/>
          <p:nvPr/>
        </p:nvSpPr>
        <p:spPr>
          <a:xfrm>
            <a:off x="1710720" y="106344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6"/>
                </a:moveTo>
                <a:cubicBezTo>
                  <a:pt x="72" y="83"/>
                  <a:pt x="0" y="83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4" name=""/>
          <p:cNvSpPr/>
          <p:nvPr/>
        </p:nvSpPr>
        <p:spPr>
          <a:xfrm>
            <a:off x="1813320" y="10450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5" name=""/>
          <p:cNvSpPr/>
          <p:nvPr/>
        </p:nvSpPr>
        <p:spPr>
          <a:xfrm>
            <a:off x="1813320" y="10450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6" name=""/>
          <p:cNvSpPr/>
          <p:nvPr/>
        </p:nvSpPr>
        <p:spPr>
          <a:xfrm>
            <a:off x="1878120" y="795240"/>
            <a:ext cx="25920" cy="25920"/>
          </a:xfrm>
          <a:custGeom>
            <a:avLst/>
            <a:gdLst/>
            <a:ahLst/>
            <a:rect l="0" t="0" r="r" b="b"/>
            <a:pathLst>
              <a:path w="72" h="72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7" name=""/>
          <p:cNvSpPr/>
          <p:nvPr/>
        </p:nvSpPr>
        <p:spPr>
          <a:xfrm>
            <a:off x="1878120" y="795240"/>
            <a:ext cx="25920" cy="25920"/>
          </a:xfrm>
          <a:custGeom>
            <a:avLst/>
            <a:gdLst/>
            <a:ahLst/>
            <a:rect l="0" t="0" r="r" b="b"/>
            <a:pathLst>
              <a:path fill="none" w="72" h="72">
                <a:moveTo>
                  <a:pt x="72" y="36"/>
                </a:moveTo>
                <a:cubicBezTo>
                  <a:pt x="72" y="84"/>
                  <a:pt x="0" y="84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8" name=""/>
          <p:cNvSpPr/>
          <p:nvPr/>
        </p:nvSpPr>
        <p:spPr>
          <a:xfrm>
            <a:off x="1951560" y="10328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2"/>
                  <a:pt x="0" y="82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69" name=""/>
          <p:cNvSpPr/>
          <p:nvPr/>
        </p:nvSpPr>
        <p:spPr>
          <a:xfrm>
            <a:off x="1951560" y="10328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2"/>
                  <a:pt x="0" y="82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0" name=""/>
          <p:cNvSpPr/>
          <p:nvPr/>
        </p:nvSpPr>
        <p:spPr>
          <a:xfrm>
            <a:off x="1939680" y="118476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1" name=""/>
          <p:cNvSpPr/>
          <p:nvPr/>
        </p:nvSpPr>
        <p:spPr>
          <a:xfrm>
            <a:off x="1939680" y="118476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2" name=""/>
          <p:cNvSpPr/>
          <p:nvPr/>
        </p:nvSpPr>
        <p:spPr>
          <a:xfrm>
            <a:off x="1938960" y="112788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2"/>
                  <a:pt x="72" y="-12"/>
                  <a:pt x="72" y="35"/>
                </a:cubicBezTo>
                <a:cubicBezTo>
                  <a:pt x="72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3" name=""/>
          <p:cNvSpPr/>
          <p:nvPr/>
        </p:nvSpPr>
        <p:spPr>
          <a:xfrm>
            <a:off x="1938960" y="112788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3"/>
                  <a:pt x="0" y="83"/>
                  <a:pt x="0" y="35"/>
                </a:cubicBezTo>
                <a:cubicBezTo>
                  <a:pt x="0" y="-12"/>
                  <a:pt x="72" y="-12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4" name=""/>
          <p:cNvSpPr/>
          <p:nvPr/>
        </p:nvSpPr>
        <p:spPr>
          <a:xfrm>
            <a:off x="2040840" y="10393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5" name=""/>
          <p:cNvSpPr/>
          <p:nvPr/>
        </p:nvSpPr>
        <p:spPr>
          <a:xfrm>
            <a:off x="2040840" y="10393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6" name=""/>
          <p:cNvSpPr/>
          <p:nvPr/>
        </p:nvSpPr>
        <p:spPr>
          <a:xfrm>
            <a:off x="2014200" y="84456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7" name=""/>
          <p:cNvSpPr/>
          <p:nvPr/>
        </p:nvSpPr>
        <p:spPr>
          <a:xfrm>
            <a:off x="2014200" y="84456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8" name=""/>
          <p:cNvSpPr/>
          <p:nvPr/>
        </p:nvSpPr>
        <p:spPr>
          <a:xfrm>
            <a:off x="2028240" y="8276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9" name=""/>
          <p:cNvSpPr/>
          <p:nvPr/>
        </p:nvSpPr>
        <p:spPr>
          <a:xfrm>
            <a:off x="2028240" y="8276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2"/>
                  <a:pt x="0" y="82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0" name=""/>
          <p:cNvSpPr/>
          <p:nvPr/>
        </p:nvSpPr>
        <p:spPr>
          <a:xfrm>
            <a:off x="2056320" y="9450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1" name=""/>
          <p:cNvSpPr/>
          <p:nvPr/>
        </p:nvSpPr>
        <p:spPr>
          <a:xfrm>
            <a:off x="2056320" y="9450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2" name=""/>
          <p:cNvSpPr/>
          <p:nvPr/>
        </p:nvSpPr>
        <p:spPr>
          <a:xfrm>
            <a:off x="1999080" y="88920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3" name=""/>
          <p:cNvSpPr/>
          <p:nvPr/>
        </p:nvSpPr>
        <p:spPr>
          <a:xfrm>
            <a:off x="1999080" y="88920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6"/>
                </a:moveTo>
                <a:cubicBezTo>
                  <a:pt x="72" y="83"/>
                  <a:pt x="0" y="83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4" name=""/>
          <p:cNvSpPr/>
          <p:nvPr/>
        </p:nvSpPr>
        <p:spPr>
          <a:xfrm>
            <a:off x="2152800" y="114264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2"/>
                  <a:pt x="72" y="-12"/>
                  <a:pt x="72" y="35"/>
                </a:cubicBezTo>
                <a:cubicBezTo>
                  <a:pt x="72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5" name=""/>
          <p:cNvSpPr/>
          <p:nvPr/>
        </p:nvSpPr>
        <p:spPr>
          <a:xfrm>
            <a:off x="2152800" y="114264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3"/>
                  <a:pt x="0" y="83"/>
                  <a:pt x="0" y="35"/>
                </a:cubicBezTo>
                <a:cubicBezTo>
                  <a:pt x="0" y="-12"/>
                  <a:pt x="72" y="-12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6" name=""/>
          <p:cNvSpPr/>
          <p:nvPr/>
        </p:nvSpPr>
        <p:spPr>
          <a:xfrm>
            <a:off x="2307960" y="10792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7" name=""/>
          <p:cNvSpPr/>
          <p:nvPr/>
        </p:nvSpPr>
        <p:spPr>
          <a:xfrm>
            <a:off x="2307960" y="10792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8" name=""/>
          <p:cNvSpPr/>
          <p:nvPr/>
        </p:nvSpPr>
        <p:spPr>
          <a:xfrm>
            <a:off x="1927440" y="11052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9" name=""/>
          <p:cNvSpPr/>
          <p:nvPr/>
        </p:nvSpPr>
        <p:spPr>
          <a:xfrm>
            <a:off x="1927440" y="11052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0" name=""/>
          <p:cNvSpPr/>
          <p:nvPr/>
        </p:nvSpPr>
        <p:spPr>
          <a:xfrm>
            <a:off x="1991160" y="107316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1" name=""/>
          <p:cNvSpPr/>
          <p:nvPr/>
        </p:nvSpPr>
        <p:spPr>
          <a:xfrm>
            <a:off x="1991160" y="107316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6"/>
                </a:moveTo>
                <a:cubicBezTo>
                  <a:pt x="72" y="83"/>
                  <a:pt x="0" y="83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2" name=""/>
          <p:cNvSpPr/>
          <p:nvPr/>
        </p:nvSpPr>
        <p:spPr>
          <a:xfrm>
            <a:off x="1987560" y="106884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3" name=""/>
          <p:cNvSpPr/>
          <p:nvPr/>
        </p:nvSpPr>
        <p:spPr>
          <a:xfrm>
            <a:off x="1987560" y="106884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4" name=""/>
          <p:cNvSpPr/>
          <p:nvPr/>
        </p:nvSpPr>
        <p:spPr>
          <a:xfrm>
            <a:off x="2037240" y="89964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2"/>
                  <a:pt x="72" y="-12"/>
                  <a:pt x="72" y="35"/>
                </a:cubicBezTo>
                <a:cubicBezTo>
                  <a:pt x="72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5" name=""/>
          <p:cNvSpPr/>
          <p:nvPr/>
        </p:nvSpPr>
        <p:spPr>
          <a:xfrm>
            <a:off x="2037240" y="89964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2"/>
                  <a:pt x="0" y="82"/>
                  <a:pt x="0" y="35"/>
                </a:cubicBezTo>
                <a:cubicBezTo>
                  <a:pt x="0" y="-12"/>
                  <a:pt x="72" y="-12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6" name=""/>
          <p:cNvSpPr/>
          <p:nvPr/>
        </p:nvSpPr>
        <p:spPr>
          <a:xfrm>
            <a:off x="2089800" y="104976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1"/>
                  <a:pt x="71" y="-11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7" name=""/>
          <p:cNvSpPr/>
          <p:nvPr/>
        </p:nvSpPr>
        <p:spPr>
          <a:xfrm>
            <a:off x="2089800" y="104976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1"/>
                  <a:pt x="71" y="-11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8" name=""/>
          <p:cNvSpPr/>
          <p:nvPr/>
        </p:nvSpPr>
        <p:spPr>
          <a:xfrm>
            <a:off x="2185560" y="6746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9" name=""/>
          <p:cNvSpPr/>
          <p:nvPr/>
        </p:nvSpPr>
        <p:spPr>
          <a:xfrm>
            <a:off x="2185560" y="6746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2"/>
                  <a:pt x="0" y="82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0" name=""/>
          <p:cNvSpPr/>
          <p:nvPr/>
        </p:nvSpPr>
        <p:spPr>
          <a:xfrm>
            <a:off x="2305080" y="140976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1" name=""/>
          <p:cNvSpPr/>
          <p:nvPr/>
        </p:nvSpPr>
        <p:spPr>
          <a:xfrm>
            <a:off x="2305080" y="140976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2" name=""/>
          <p:cNvSpPr/>
          <p:nvPr/>
        </p:nvSpPr>
        <p:spPr>
          <a:xfrm>
            <a:off x="1919880" y="9781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1"/>
                  <a:pt x="71" y="-11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3" name=""/>
          <p:cNvSpPr/>
          <p:nvPr/>
        </p:nvSpPr>
        <p:spPr>
          <a:xfrm>
            <a:off x="1919880" y="9781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1"/>
                  <a:pt x="71" y="-11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4" name=""/>
          <p:cNvSpPr/>
          <p:nvPr/>
        </p:nvSpPr>
        <p:spPr>
          <a:xfrm>
            <a:off x="1997280" y="8262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5" name=""/>
          <p:cNvSpPr/>
          <p:nvPr/>
        </p:nvSpPr>
        <p:spPr>
          <a:xfrm>
            <a:off x="1997280" y="8262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2"/>
                  <a:pt x="0" y="82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6" name=""/>
          <p:cNvSpPr/>
          <p:nvPr/>
        </p:nvSpPr>
        <p:spPr>
          <a:xfrm>
            <a:off x="2057760" y="96768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7" name=""/>
          <p:cNvSpPr/>
          <p:nvPr/>
        </p:nvSpPr>
        <p:spPr>
          <a:xfrm>
            <a:off x="2057760" y="96768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8" name=""/>
          <p:cNvSpPr/>
          <p:nvPr/>
        </p:nvSpPr>
        <p:spPr>
          <a:xfrm>
            <a:off x="1709640" y="8542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09" name=""/>
          <p:cNvSpPr/>
          <p:nvPr/>
        </p:nvSpPr>
        <p:spPr>
          <a:xfrm>
            <a:off x="1709640" y="8542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0" name=""/>
          <p:cNvSpPr/>
          <p:nvPr/>
        </p:nvSpPr>
        <p:spPr>
          <a:xfrm>
            <a:off x="1749240" y="99036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1" name=""/>
          <p:cNvSpPr/>
          <p:nvPr/>
        </p:nvSpPr>
        <p:spPr>
          <a:xfrm>
            <a:off x="1749240" y="99036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2" name=""/>
          <p:cNvSpPr/>
          <p:nvPr/>
        </p:nvSpPr>
        <p:spPr>
          <a:xfrm>
            <a:off x="1821240" y="99036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3" name=""/>
          <p:cNvSpPr/>
          <p:nvPr/>
        </p:nvSpPr>
        <p:spPr>
          <a:xfrm>
            <a:off x="1821240" y="99036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4" name=""/>
          <p:cNvSpPr/>
          <p:nvPr/>
        </p:nvSpPr>
        <p:spPr>
          <a:xfrm>
            <a:off x="1860840" y="11138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2"/>
                  <a:pt x="0" y="82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5" name=""/>
          <p:cNvSpPr/>
          <p:nvPr/>
        </p:nvSpPr>
        <p:spPr>
          <a:xfrm>
            <a:off x="1860840" y="11138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2"/>
                  <a:pt x="0" y="82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6" name=""/>
          <p:cNvSpPr/>
          <p:nvPr/>
        </p:nvSpPr>
        <p:spPr>
          <a:xfrm>
            <a:off x="1913400" y="9324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7" name=""/>
          <p:cNvSpPr/>
          <p:nvPr/>
        </p:nvSpPr>
        <p:spPr>
          <a:xfrm>
            <a:off x="1913400" y="9324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8" name=""/>
          <p:cNvSpPr/>
          <p:nvPr/>
        </p:nvSpPr>
        <p:spPr>
          <a:xfrm>
            <a:off x="1947240" y="12772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9" name=""/>
          <p:cNvSpPr/>
          <p:nvPr/>
        </p:nvSpPr>
        <p:spPr>
          <a:xfrm>
            <a:off x="1947240" y="12772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0" name=""/>
          <p:cNvSpPr/>
          <p:nvPr/>
        </p:nvSpPr>
        <p:spPr>
          <a:xfrm>
            <a:off x="1947960" y="1272960"/>
            <a:ext cx="25920" cy="25920"/>
          </a:xfrm>
          <a:custGeom>
            <a:avLst/>
            <a:gdLst/>
            <a:ahLst/>
            <a:rect l="0" t="0" r="r" b="b"/>
            <a:pathLst>
              <a:path w="72" h="72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1" name=""/>
          <p:cNvSpPr/>
          <p:nvPr/>
        </p:nvSpPr>
        <p:spPr>
          <a:xfrm>
            <a:off x="1947960" y="1272960"/>
            <a:ext cx="25920" cy="25920"/>
          </a:xfrm>
          <a:custGeom>
            <a:avLst/>
            <a:gdLst/>
            <a:ahLst/>
            <a:rect l="0" t="0" r="r" b="b"/>
            <a:pathLst>
              <a:path fill="none" w="72" h="72">
                <a:moveTo>
                  <a:pt x="72" y="36"/>
                </a:moveTo>
                <a:cubicBezTo>
                  <a:pt x="72" y="84"/>
                  <a:pt x="0" y="84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2" name=""/>
          <p:cNvSpPr/>
          <p:nvPr/>
        </p:nvSpPr>
        <p:spPr>
          <a:xfrm>
            <a:off x="1971360" y="8618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3" name=""/>
          <p:cNvSpPr/>
          <p:nvPr/>
        </p:nvSpPr>
        <p:spPr>
          <a:xfrm>
            <a:off x="1971360" y="8618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4" name=""/>
          <p:cNvSpPr/>
          <p:nvPr/>
        </p:nvSpPr>
        <p:spPr>
          <a:xfrm>
            <a:off x="1987560" y="10940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5" name=""/>
          <p:cNvSpPr/>
          <p:nvPr/>
        </p:nvSpPr>
        <p:spPr>
          <a:xfrm>
            <a:off x="1987560" y="10940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6" name=""/>
          <p:cNvSpPr/>
          <p:nvPr/>
        </p:nvSpPr>
        <p:spPr>
          <a:xfrm>
            <a:off x="2076480" y="12528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7" name=""/>
          <p:cNvSpPr/>
          <p:nvPr/>
        </p:nvSpPr>
        <p:spPr>
          <a:xfrm>
            <a:off x="2076480" y="12528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8" name=""/>
          <p:cNvSpPr/>
          <p:nvPr/>
        </p:nvSpPr>
        <p:spPr>
          <a:xfrm>
            <a:off x="2141280" y="140040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29" name=""/>
          <p:cNvSpPr/>
          <p:nvPr/>
        </p:nvSpPr>
        <p:spPr>
          <a:xfrm>
            <a:off x="2141280" y="140040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0" name=""/>
          <p:cNvSpPr/>
          <p:nvPr/>
        </p:nvSpPr>
        <p:spPr>
          <a:xfrm>
            <a:off x="1253160" y="13208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1" name=""/>
          <p:cNvSpPr/>
          <p:nvPr/>
        </p:nvSpPr>
        <p:spPr>
          <a:xfrm>
            <a:off x="1253160" y="13208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2" name=""/>
          <p:cNvSpPr/>
          <p:nvPr/>
        </p:nvSpPr>
        <p:spPr>
          <a:xfrm>
            <a:off x="1203480" y="14068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3" name=""/>
          <p:cNvSpPr/>
          <p:nvPr/>
        </p:nvSpPr>
        <p:spPr>
          <a:xfrm>
            <a:off x="1203480" y="14068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4" name=""/>
          <p:cNvSpPr/>
          <p:nvPr/>
        </p:nvSpPr>
        <p:spPr>
          <a:xfrm>
            <a:off x="1180800" y="138996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2"/>
                  <a:pt x="0" y="82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5" name=""/>
          <p:cNvSpPr/>
          <p:nvPr/>
        </p:nvSpPr>
        <p:spPr>
          <a:xfrm>
            <a:off x="1180800" y="138996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2"/>
                  <a:pt x="0" y="82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6" name=""/>
          <p:cNvSpPr/>
          <p:nvPr/>
        </p:nvSpPr>
        <p:spPr>
          <a:xfrm>
            <a:off x="1227960" y="12517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7" name=""/>
          <p:cNvSpPr/>
          <p:nvPr/>
        </p:nvSpPr>
        <p:spPr>
          <a:xfrm>
            <a:off x="1227960" y="12517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8" name=""/>
          <p:cNvSpPr/>
          <p:nvPr/>
        </p:nvSpPr>
        <p:spPr>
          <a:xfrm>
            <a:off x="1178640" y="12661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9" name=""/>
          <p:cNvSpPr/>
          <p:nvPr/>
        </p:nvSpPr>
        <p:spPr>
          <a:xfrm>
            <a:off x="1178640" y="12661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0" name=""/>
          <p:cNvSpPr/>
          <p:nvPr/>
        </p:nvSpPr>
        <p:spPr>
          <a:xfrm>
            <a:off x="1052640" y="1198440"/>
            <a:ext cx="25920" cy="25920"/>
          </a:xfrm>
          <a:custGeom>
            <a:avLst/>
            <a:gdLst/>
            <a:ahLst/>
            <a:rect l="0" t="0" r="r" b="b"/>
            <a:pathLst>
              <a:path w="72" h="72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1" name=""/>
          <p:cNvSpPr/>
          <p:nvPr/>
        </p:nvSpPr>
        <p:spPr>
          <a:xfrm>
            <a:off x="1052640" y="1198440"/>
            <a:ext cx="25920" cy="25920"/>
          </a:xfrm>
          <a:custGeom>
            <a:avLst/>
            <a:gdLst/>
            <a:ahLst/>
            <a:rect l="0" t="0" r="r" b="b"/>
            <a:pathLst>
              <a:path fill="none" w="72" h="72">
                <a:moveTo>
                  <a:pt x="72" y="36"/>
                </a:moveTo>
                <a:cubicBezTo>
                  <a:pt x="72" y="84"/>
                  <a:pt x="0" y="84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2" name=""/>
          <p:cNvSpPr/>
          <p:nvPr/>
        </p:nvSpPr>
        <p:spPr>
          <a:xfrm>
            <a:off x="1048320" y="13780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3" name=""/>
          <p:cNvSpPr/>
          <p:nvPr/>
        </p:nvSpPr>
        <p:spPr>
          <a:xfrm>
            <a:off x="1048320" y="13780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4" name=""/>
          <p:cNvSpPr/>
          <p:nvPr/>
        </p:nvSpPr>
        <p:spPr>
          <a:xfrm>
            <a:off x="1230120" y="12808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5" name=""/>
          <p:cNvSpPr/>
          <p:nvPr/>
        </p:nvSpPr>
        <p:spPr>
          <a:xfrm>
            <a:off x="1230120" y="12808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6" name=""/>
          <p:cNvSpPr/>
          <p:nvPr/>
        </p:nvSpPr>
        <p:spPr>
          <a:xfrm>
            <a:off x="1225080" y="13356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7" name=""/>
          <p:cNvSpPr/>
          <p:nvPr/>
        </p:nvSpPr>
        <p:spPr>
          <a:xfrm>
            <a:off x="1225080" y="13356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8" name=""/>
          <p:cNvSpPr/>
          <p:nvPr/>
        </p:nvSpPr>
        <p:spPr>
          <a:xfrm>
            <a:off x="1491120" y="112068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9" name=""/>
          <p:cNvSpPr/>
          <p:nvPr/>
        </p:nvSpPr>
        <p:spPr>
          <a:xfrm>
            <a:off x="1491120" y="112068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0" name=""/>
          <p:cNvSpPr/>
          <p:nvPr/>
        </p:nvSpPr>
        <p:spPr>
          <a:xfrm>
            <a:off x="1488600" y="99252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1" name=""/>
          <p:cNvSpPr/>
          <p:nvPr/>
        </p:nvSpPr>
        <p:spPr>
          <a:xfrm>
            <a:off x="1488600" y="99252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2" name=""/>
          <p:cNvSpPr/>
          <p:nvPr/>
        </p:nvSpPr>
        <p:spPr>
          <a:xfrm>
            <a:off x="1503720" y="10778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3" name=""/>
          <p:cNvSpPr/>
          <p:nvPr/>
        </p:nvSpPr>
        <p:spPr>
          <a:xfrm>
            <a:off x="1503720" y="10778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4" name=""/>
          <p:cNvSpPr/>
          <p:nvPr/>
        </p:nvSpPr>
        <p:spPr>
          <a:xfrm>
            <a:off x="1572480" y="118008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2"/>
                  <a:pt x="72" y="-12"/>
                  <a:pt x="72" y="35"/>
                </a:cubicBezTo>
                <a:cubicBezTo>
                  <a:pt x="72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5" name=""/>
          <p:cNvSpPr/>
          <p:nvPr/>
        </p:nvSpPr>
        <p:spPr>
          <a:xfrm>
            <a:off x="1572480" y="118008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3"/>
                  <a:pt x="0" y="83"/>
                  <a:pt x="0" y="35"/>
                </a:cubicBezTo>
                <a:cubicBezTo>
                  <a:pt x="0" y="-12"/>
                  <a:pt x="72" y="-12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6" name=""/>
          <p:cNvSpPr/>
          <p:nvPr/>
        </p:nvSpPr>
        <p:spPr>
          <a:xfrm>
            <a:off x="1660320" y="75312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2"/>
                  <a:pt x="72" y="-12"/>
                  <a:pt x="72" y="35"/>
                </a:cubicBezTo>
                <a:cubicBezTo>
                  <a:pt x="72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7" name=""/>
          <p:cNvSpPr/>
          <p:nvPr/>
        </p:nvSpPr>
        <p:spPr>
          <a:xfrm>
            <a:off x="1660320" y="75312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3"/>
                  <a:pt x="0" y="83"/>
                  <a:pt x="0" y="35"/>
                </a:cubicBezTo>
                <a:cubicBezTo>
                  <a:pt x="0" y="-12"/>
                  <a:pt x="72" y="-12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8" name=""/>
          <p:cNvSpPr/>
          <p:nvPr/>
        </p:nvSpPr>
        <p:spPr>
          <a:xfrm>
            <a:off x="1710000" y="109944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9" name=""/>
          <p:cNvSpPr/>
          <p:nvPr/>
        </p:nvSpPr>
        <p:spPr>
          <a:xfrm>
            <a:off x="1710000" y="109944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0" name=""/>
          <p:cNvSpPr/>
          <p:nvPr/>
        </p:nvSpPr>
        <p:spPr>
          <a:xfrm>
            <a:off x="1711440" y="865440"/>
            <a:ext cx="25920" cy="25920"/>
          </a:xfrm>
          <a:custGeom>
            <a:avLst/>
            <a:gdLst/>
            <a:ahLst/>
            <a:rect l="0" t="0" r="r" b="b"/>
            <a:pathLst>
              <a:path w="72" h="72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1" name=""/>
          <p:cNvSpPr/>
          <p:nvPr/>
        </p:nvSpPr>
        <p:spPr>
          <a:xfrm>
            <a:off x="1711440" y="865440"/>
            <a:ext cx="25920" cy="25920"/>
          </a:xfrm>
          <a:custGeom>
            <a:avLst/>
            <a:gdLst/>
            <a:ahLst/>
            <a:rect l="0" t="0" r="r" b="b"/>
            <a:pathLst>
              <a:path fill="none" w="72" h="72">
                <a:moveTo>
                  <a:pt x="72" y="36"/>
                </a:moveTo>
                <a:cubicBezTo>
                  <a:pt x="72" y="84"/>
                  <a:pt x="0" y="84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2" name=""/>
          <p:cNvSpPr/>
          <p:nvPr/>
        </p:nvSpPr>
        <p:spPr>
          <a:xfrm>
            <a:off x="1798200" y="10436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3" name=""/>
          <p:cNvSpPr/>
          <p:nvPr/>
        </p:nvSpPr>
        <p:spPr>
          <a:xfrm>
            <a:off x="1798200" y="10436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4" name=""/>
          <p:cNvSpPr/>
          <p:nvPr/>
        </p:nvSpPr>
        <p:spPr>
          <a:xfrm>
            <a:off x="1781640" y="9932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5" name=""/>
          <p:cNvSpPr/>
          <p:nvPr/>
        </p:nvSpPr>
        <p:spPr>
          <a:xfrm>
            <a:off x="1781640" y="9932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6" name=""/>
          <p:cNvSpPr/>
          <p:nvPr/>
        </p:nvSpPr>
        <p:spPr>
          <a:xfrm>
            <a:off x="1945440" y="121752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7" name=""/>
          <p:cNvSpPr/>
          <p:nvPr/>
        </p:nvSpPr>
        <p:spPr>
          <a:xfrm>
            <a:off x="1945440" y="121752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6"/>
                </a:moveTo>
                <a:cubicBezTo>
                  <a:pt x="72" y="83"/>
                  <a:pt x="0" y="83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8" name=""/>
          <p:cNvSpPr/>
          <p:nvPr/>
        </p:nvSpPr>
        <p:spPr>
          <a:xfrm>
            <a:off x="2052720" y="1225080"/>
            <a:ext cx="25560" cy="25920"/>
          </a:xfrm>
          <a:custGeom>
            <a:avLst/>
            <a:gdLst/>
            <a:ahLst/>
            <a:rect l="0" t="0" r="r" b="b"/>
            <a:pathLst>
              <a:path w="71" h="72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4"/>
                  <a:pt x="0" y="84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69" name=""/>
          <p:cNvSpPr/>
          <p:nvPr/>
        </p:nvSpPr>
        <p:spPr>
          <a:xfrm>
            <a:off x="2052720" y="1225080"/>
            <a:ext cx="25560" cy="25920"/>
          </a:xfrm>
          <a:custGeom>
            <a:avLst/>
            <a:gdLst/>
            <a:ahLst/>
            <a:rect l="0" t="0" r="r" b="b"/>
            <a:pathLst>
              <a:path fill="none" w="71" h="72">
                <a:moveTo>
                  <a:pt x="71" y="36"/>
                </a:moveTo>
                <a:cubicBezTo>
                  <a:pt x="71" y="84"/>
                  <a:pt x="0" y="84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0" name=""/>
          <p:cNvSpPr/>
          <p:nvPr/>
        </p:nvSpPr>
        <p:spPr>
          <a:xfrm>
            <a:off x="2135880" y="81288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6"/>
                </a:moveTo>
                <a:cubicBezTo>
                  <a:pt x="0" y="-12"/>
                  <a:pt x="72" y="-12"/>
                  <a:pt x="72" y="36"/>
                </a:cubicBezTo>
                <a:cubicBezTo>
                  <a:pt x="72" y="82"/>
                  <a:pt x="0" y="82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1" name=""/>
          <p:cNvSpPr/>
          <p:nvPr/>
        </p:nvSpPr>
        <p:spPr>
          <a:xfrm>
            <a:off x="2135880" y="81288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6"/>
                </a:moveTo>
                <a:cubicBezTo>
                  <a:pt x="72" y="82"/>
                  <a:pt x="0" y="82"/>
                  <a:pt x="0" y="36"/>
                </a:cubicBezTo>
                <a:cubicBezTo>
                  <a:pt x="0" y="-12"/>
                  <a:pt x="72" y="-12"/>
                  <a:pt x="72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2" name=""/>
          <p:cNvSpPr/>
          <p:nvPr/>
        </p:nvSpPr>
        <p:spPr>
          <a:xfrm>
            <a:off x="2189520" y="9896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3" name=""/>
          <p:cNvSpPr/>
          <p:nvPr/>
        </p:nvSpPr>
        <p:spPr>
          <a:xfrm>
            <a:off x="2189520" y="9896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4" name=""/>
          <p:cNvSpPr/>
          <p:nvPr/>
        </p:nvSpPr>
        <p:spPr>
          <a:xfrm>
            <a:off x="2156400" y="41256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3"/>
                  <a:pt x="0" y="83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5" name=""/>
          <p:cNvSpPr/>
          <p:nvPr/>
        </p:nvSpPr>
        <p:spPr>
          <a:xfrm>
            <a:off x="2156400" y="41256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3"/>
                  <a:pt x="0" y="83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6" name=""/>
          <p:cNvSpPr/>
          <p:nvPr/>
        </p:nvSpPr>
        <p:spPr>
          <a:xfrm>
            <a:off x="2161080" y="887760"/>
            <a:ext cx="25920" cy="25560"/>
          </a:xfrm>
          <a:custGeom>
            <a:avLst/>
            <a:gdLst/>
            <a:ahLst/>
            <a:rect l="0" t="0" r="r" b="b"/>
            <a:pathLst>
              <a:path w="72" h="71">
                <a:moveTo>
                  <a:pt x="0" y="35"/>
                </a:moveTo>
                <a:cubicBezTo>
                  <a:pt x="0" y="-12"/>
                  <a:pt x="72" y="-12"/>
                  <a:pt x="72" y="35"/>
                </a:cubicBezTo>
                <a:cubicBezTo>
                  <a:pt x="72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7" name=""/>
          <p:cNvSpPr/>
          <p:nvPr/>
        </p:nvSpPr>
        <p:spPr>
          <a:xfrm>
            <a:off x="2161080" y="887760"/>
            <a:ext cx="25920" cy="25560"/>
          </a:xfrm>
          <a:custGeom>
            <a:avLst/>
            <a:gdLst/>
            <a:ahLst/>
            <a:rect l="0" t="0" r="r" b="b"/>
            <a:pathLst>
              <a:path fill="none" w="72" h="71">
                <a:moveTo>
                  <a:pt x="72" y="35"/>
                </a:moveTo>
                <a:cubicBezTo>
                  <a:pt x="72" y="82"/>
                  <a:pt x="0" y="82"/>
                  <a:pt x="0" y="35"/>
                </a:cubicBezTo>
                <a:cubicBezTo>
                  <a:pt x="0" y="-12"/>
                  <a:pt x="72" y="-12"/>
                  <a:pt x="72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8" name=""/>
          <p:cNvSpPr/>
          <p:nvPr/>
        </p:nvSpPr>
        <p:spPr>
          <a:xfrm>
            <a:off x="2200320" y="101124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9" name=""/>
          <p:cNvSpPr/>
          <p:nvPr/>
        </p:nvSpPr>
        <p:spPr>
          <a:xfrm>
            <a:off x="2200320" y="101124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2"/>
                  <a:pt x="0" y="82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0" name=""/>
          <p:cNvSpPr/>
          <p:nvPr/>
        </p:nvSpPr>
        <p:spPr>
          <a:xfrm>
            <a:off x="2112840" y="103500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1" name=""/>
          <p:cNvSpPr/>
          <p:nvPr/>
        </p:nvSpPr>
        <p:spPr>
          <a:xfrm>
            <a:off x="2112840" y="103500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2" name=""/>
          <p:cNvSpPr/>
          <p:nvPr/>
        </p:nvSpPr>
        <p:spPr>
          <a:xfrm>
            <a:off x="2244600" y="78876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6"/>
                </a:moveTo>
                <a:cubicBezTo>
                  <a:pt x="0" y="-12"/>
                  <a:pt x="71" y="-12"/>
                  <a:pt x="71" y="36"/>
                </a:cubicBezTo>
                <a:cubicBezTo>
                  <a:pt x="71" y="83"/>
                  <a:pt x="0" y="83"/>
                  <a:pt x="0" y="36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3" name=""/>
          <p:cNvSpPr/>
          <p:nvPr/>
        </p:nvSpPr>
        <p:spPr>
          <a:xfrm>
            <a:off x="2244600" y="78876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6"/>
                </a:moveTo>
                <a:cubicBezTo>
                  <a:pt x="71" y="83"/>
                  <a:pt x="0" y="83"/>
                  <a:pt x="0" y="36"/>
                </a:cubicBezTo>
                <a:cubicBezTo>
                  <a:pt x="0" y="-12"/>
                  <a:pt x="71" y="-12"/>
                  <a:pt x="71" y="36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4" name=""/>
          <p:cNvSpPr/>
          <p:nvPr/>
        </p:nvSpPr>
        <p:spPr>
          <a:xfrm>
            <a:off x="2313360" y="1136880"/>
            <a:ext cx="25560" cy="25560"/>
          </a:xfrm>
          <a:custGeom>
            <a:avLst/>
            <a:gdLst/>
            <a:ahLst/>
            <a:rect l="0" t="0" r="r" b="b"/>
            <a:pathLst>
              <a:path w="71" h="71">
                <a:moveTo>
                  <a:pt x="0" y="35"/>
                </a:moveTo>
                <a:cubicBezTo>
                  <a:pt x="0" y="-12"/>
                  <a:pt x="71" y="-12"/>
                  <a:pt x="71" y="35"/>
                </a:cubicBezTo>
                <a:cubicBezTo>
                  <a:pt x="71" y="82"/>
                  <a:pt x="0" y="82"/>
                  <a:pt x="0" y="35"/>
                </a:cubicBezTo>
                <a:close/>
              </a:path>
            </a:pathLst>
          </a:custGeom>
          <a:solidFill>
            <a:srgbClr val="2A9D8F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85" name=""/>
          <p:cNvSpPr/>
          <p:nvPr/>
        </p:nvSpPr>
        <p:spPr>
          <a:xfrm>
            <a:off x="2313360" y="1136880"/>
            <a:ext cx="25560" cy="25560"/>
          </a:xfrm>
          <a:custGeom>
            <a:avLst/>
            <a:gdLst/>
            <a:ahLst/>
            <a:rect l="0" t="0" r="r" b="b"/>
            <a:pathLst>
              <a:path fill="none" w="71" h="71">
                <a:moveTo>
                  <a:pt x="71" y="35"/>
                </a:moveTo>
                <a:cubicBezTo>
                  <a:pt x="71" y="82"/>
                  <a:pt x="0" y="82"/>
                  <a:pt x="0" y="35"/>
                </a:cubicBezTo>
                <a:cubicBezTo>
                  <a:pt x="0" y="-12"/>
                  <a:pt x="71" y="-12"/>
                  <a:pt x="71" y="35"/>
                </a:cubicBezTo>
              </a:path>
            </a:pathLst>
          </a:custGeom>
          <a:ln cap="rnd" w="3600">
            <a:solidFill>
              <a:srgbClr val="2A9D8F">
                <a:alpha val="45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6" name=""/>
          <p:cNvSpPr/>
          <p:nvPr/>
        </p:nvSpPr>
        <p:spPr>
          <a:xfrm>
            <a:off x="541800" y="878400"/>
            <a:ext cx="2111400" cy="561600"/>
          </a:xfrm>
          <a:custGeom>
            <a:avLst/>
            <a:gdLst/>
            <a:ahLst/>
            <a:rect l="0" t="0" r="r" b="b"/>
            <a:pathLst>
              <a:path fill="none" w="5865" h="1560">
                <a:moveTo>
                  <a:pt x="0" y="1560"/>
                </a:moveTo>
                <a:lnTo>
                  <a:pt x="148" y="1520"/>
                </a:lnTo>
                <a:lnTo>
                  <a:pt x="222" y="1501"/>
                </a:lnTo>
                <a:lnTo>
                  <a:pt x="371" y="1461"/>
                </a:lnTo>
                <a:lnTo>
                  <a:pt x="445" y="1440"/>
                </a:lnTo>
                <a:lnTo>
                  <a:pt x="519" y="1421"/>
                </a:lnTo>
                <a:lnTo>
                  <a:pt x="594" y="1401"/>
                </a:lnTo>
                <a:lnTo>
                  <a:pt x="668" y="1381"/>
                </a:lnTo>
                <a:lnTo>
                  <a:pt x="816" y="1342"/>
                </a:lnTo>
                <a:lnTo>
                  <a:pt x="890" y="1322"/>
                </a:lnTo>
                <a:lnTo>
                  <a:pt x="965" y="1302"/>
                </a:lnTo>
                <a:lnTo>
                  <a:pt x="1039" y="1283"/>
                </a:lnTo>
                <a:lnTo>
                  <a:pt x="1113" y="1263"/>
                </a:lnTo>
                <a:lnTo>
                  <a:pt x="1187" y="1243"/>
                </a:lnTo>
                <a:lnTo>
                  <a:pt x="1261" y="1223"/>
                </a:lnTo>
                <a:lnTo>
                  <a:pt x="1410" y="1184"/>
                </a:lnTo>
                <a:lnTo>
                  <a:pt x="1485" y="1164"/>
                </a:lnTo>
                <a:lnTo>
                  <a:pt x="1634" y="1125"/>
                </a:lnTo>
                <a:lnTo>
                  <a:pt x="1708" y="1105"/>
                </a:lnTo>
                <a:lnTo>
                  <a:pt x="1856" y="1066"/>
                </a:lnTo>
                <a:lnTo>
                  <a:pt x="1931" y="1046"/>
                </a:lnTo>
                <a:lnTo>
                  <a:pt x="2005" y="1026"/>
                </a:lnTo>
                <a:lnTo>
                  <a:pt x="2079" y="1006"/>
                </a:lnTo>
                <a:lnTo>
                  <a:pt x="2153" y="987"/>
                </a:lnTo>
                <a:lnTo>
                  <a:pt x="2302" y="947"/>
                </a:lnTo>
                <a:lnTo>
                  <a:pt x="2376" y="928"/>
                </a:lnTo>
                <a:lnTo>
                  <a:pt x="2450" y="908"/>
                </a:lnTo>
                <a:lnTo>
                  <a:pt x="2524" y="888"/>
                </a:lnTo>
                <a:lnTo>
                  <a:pt x="2599" y="868"/>
                </a:lnTo>
                <a:lnTo>
                  <a:pt x="2747" y="829"/>
                </a:lnTo>
                <a:lnTo>
                  <a:pt x="2821" y="809"/>
                </a:lnTo>
                <a:lnTo>
                  <a:pt x="2896" y="789"/>
                </a:lnTo>
                <a:lnTo>
                  <a:pt x="2970" y="770"/>
                </a:lnTo>
                <a:lnTo>
                  <a:pt x="3044" y="750"/>
                </a:lnTo>
                <a:lnTo>
                  <a:pt x="3193" y="711"/>
                </a:lnTo>
                <a:lnTo>
                  <a:pt x="3267" y="691"/>
                </a:lnTo>
                <a:lnTo>
                  <a:pt x="3415" y="651"/>
                </a:lnTo>
                <a:lnTo>
                  <a:pt x="3489" y="632"/>
                </a:lnTo>
                <a:lnTo>
                  <a:pt x="3638" y="592"/>
                </a:lnTo>
                <a:lnTo>
                  <a:pt x="3712" y="572"/>
                </a:lnTo>
                <a:lnTo>
                  <a:pt x="3861" y="533"/>
                </a:lnTo>
                <a:lnTo>
                  <a:pt x="3935" y="513"/>
                </a:lnTo>
                <a:lnTo>
                  <a:pt x="4009" y="493"/>
                </a:lnTo>
                <a:lnTo>
                  <a:pt x="4083" y="474"/>
                </a:lnTo>
                <a:lnTo>
                  <a:pt x="4157" y="454"/>
                </a:lnTo>
                <a:lnTo>
                  <a:pt x="4306" y="415"/>
                </a:lnTo>
                <a:lnTo>
                  <a:pt x="4380" y="395"/>
                </a:lnTo>
                <a:lnTo>
                  <a:pt x="4454" y="375"/>
                </a:lnTo>
                <a:lnTo>
                  <a:pt x="4529" y="355"/>
                </a:lnTo>
                <a:lnTo>
                  <a:pt x="4603" y="336"/>
                </a:lnTo>
                <a:lnTo>
                  <a:pt x="4751" y="296"/>
                </a:lnTo>
                <a:lnTo>
                  <a:pt x="4826" y="277"/>
                </a:lnTo>
                <a:lnTo>
                  <a:pt x="4900" y="257"/>
                </a:lnTo>
                <a:lnTo>
                  <a:pt x="4974" y="237"/>
                </a:lnTo>
                <a:lnTo>
                  <a:pt x="5048" y="217"/>
                </a:lnTo>
                <a:lnTo>
                  <a:pt x="5197" y="178"/>
                </a:lnTo>
                <a:lnTo>
                  <a:pt x="5271" y="158"/>
                </a:lnTo>
                <a:lnTo>
                  <a:pt x="5419" y="119"/>
                </a:lnTo>
                <a:lnTo>
                  <a:pt x="5494" y="99"/>
                </a:lnTo>
                <a:lnTo>
                  <a:pt x="5568" y="79"/>
                </a:lnTo>
                <a:lnTo>
                  <a:pt x="5642" y="60"/>
                </a:lnTo>
                <a:lnTo>
                  <a:pt x="5791" y="20"/>
                </a:lnTo>
                <a:lnTo>
                  <a:pt x="5865" y="0"/>
                </a:lnTo>
              </a:path>
            </a:pathLst>
          </a:custGeom>
          <a:ln w="13320">
            <a:solidFill>
              <a:srgbClr val="1A1A1A"/>
            </a:solidFill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7" name=""/>
          <p:cNvSpPr/>
          <p:nvPr/>
        </p:nvSpPr>
        <p:spPr>
          <a:xfrm flipV="1">
            <a:off x="435960" y="367560"/>
            <a:ext cx="0" cy="1271880"/>
          </a:xfrm>
          <a:prstGeom prst="line">
            <a:avLst/>
          </a:prstGeom>
          <a:ln cap="sq"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8" name=""/>
          <p:cNvSpPr txBox="1"/>
          <p:nvPr/>
        </p:nvSpPr>
        <p:spPr>
          <a:xfrm>
            <a:off x="541800" y="412920"/>
            <a:ext cx="651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Spearman ρ = 0.56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9" name=""/>
          <p:cNvSpPr txBox="1"/>
          <p:nvPr/>
        </p:nvSpPr>
        <p:spPr>
          <a:xfrm>
            <a:off x="215280" y="1487520"/>
            <a:ext cx="1915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0.001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0" name=""/>
          <p:cNvSpPr txBox="1"/>
          <p:nvPr/>
        </p:nvSpPr>
        <p:spPr>
          <a:xfrm>
            <a:off x="215280" y="1130400"/>
            <a:ext cx="1915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0.003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1" name=""/>
          <p:cNvSpPr txBox="1"/>
          <p:nvPr/>
        </p:nvSpPr>
        <p:spPr>
          <a:xfrm>
            <a:off x="253440" y="739440"/>
            <a:ext cx="1490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0.01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2" name=""/>
          <p:cNvSpPr/>
          <p:nvPr/>
        </p:nvSpPr>
        <p:spPr>
          <a:xfrm>
            <a:off x="410760" y="1531800"/>
            <a:ext cx="252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3" name=""/>
          <p:cNvSpPr/>
          <p:nvPr/>
        </p:nvSpPr>
        <p:spPr>
          <a:xfrm>
            <a:off x="410760" y="1174680"/>
            <a:ext cx="252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4" name=""/>
          <p:cNvSpPr/>
          <p:nvPr/>
        </p:nvSpPr>
        <p:spPr>
          <a:xfrm>
            <a:off x="410760" y="783720"/>
            <a:ext cx="252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5" name=""/>
          <p:cNvSpPr/>
          <p:nvPr/>
        </p:nvSpPr>
        <p:spPr>
          <a:xfrm>
            <a:off x="410760" y="426600"/>
            <a:ext cx="252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6" name=""/>
          <p:cNvSpPr/>
          <p:nvPr/>
        </p:nvSpPr>
        <p:spPr>
          <a:xfrm>
            <a:off x="435960" y="1639440"/>
            <a:ext cx="2322360" cy="0"/>
          </a:xfrm>
          <a:prstGeom prst="line">
            <a:avLst/>
          </a:prstGeom>
          <a:ln cap="sq"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7" name=""/>
          <p:cNvSpPr/>
          <p:nvPr/>
        </p:nvSpPr>
        <p:spPr>
          <a:xfrm flipV="1">
            <a:off x="838440" y="163944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8" name=""/>
          <p:cNvSpPr/>
          <p:nvPr/>
        </p:nvSpPr>
        <p:spPr>
          <a:xfrm flipV="1">
            <a:off x="1668600" y="163944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9" name=""/>
          <p:cNvSpPr/>
          <p:nvPr/>
        </p:nvSpPr>
        <p:spPr>
          <a:xfrm flipV="1">
            <a:off x="2577960" y="163944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0" name=""/>
          <p:cNvSpPr txBox="1"/>
          <p:nvPr/>
        </p:nvSpPr>
        <p:spPr>
          <a:xfrm>
            <a:off x="253440" y="382320"/>
            <a:ext cx="1490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0.03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1" name=""/>
          <p:cNvSpPr txBox="1"/>
          <p:nvPr/>
        </p:nvSpPr>
        <p:spPr>
          <a:xfrm>
            <a:off x="749880" y="1670040"/>
            <a:ext cx="1915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0.001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2" name=""/>
          <p:cNvSpPr txBox="1"/>
          <p:nvPr/>
        </p:nvSpPr>
        <p:spPr>
          <a:xfrm>
            <a:off x="1579680" y="1670040"/>
            <a:ext cx="1915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0.003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3" name=""/>
          <p:cNvSpPr txBox="1"/>
          <p:nvPr/>
        </p:nvSpPr>
        <p:spPr>
          <a:xfrm>
            <a:off x="2508480" y="1670040"/>
            <a:ext cx="1490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0.01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4" name=""/>
          <p:cNvSpPr txBox="1"/>
          <p:nvPr/>
        </p:nvSpPr>
        <p:spPr>
          <a:xfrm>
            <a:off x="1190880" y="1796760"/>
            <a:ext cx="76212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Mechanistic hazard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5" name=""/>
          <p:cNvSpPr txBox="1"/>
          <p:nvPr/>
        </p:nvSpPr>
        <p:spPr>
          <a:xfrm rot="16200000">
            <a:off x="-373320" y="975240"/>
            <a:ext cx="97344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Machine-learning hazard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6" name=""/>
          <p:cNvSpPr txBox="1"/>
          <p:nvPr/>
        </p:nvSpPr>
        <p:spPr>
          <a:xfrm>
            <a:off x="189720" y="63360"/>
            <a:ext cx="197532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Within the observed range, predictions co-vary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7" name=""/>
          <p:cNvSpPr/>
          <p:nvPr/>
        </p:nvSpPr>
        <p:spPr>
          <a:xfrm>
            <a:off x="3258000" y="367560"/>
            <a:ext cx="1369080" cy="189000"/>
          </a:xfrm>
          <a:custGeom>
            <a:avLst/>
            <a:gdLst/>
            <a:ahLst/>
            <a:rect l="0" t="0" r="r" b="b"/>
            <a:pathLst>
              <a:path w="3803" h="525">
                <a:moveTo>
                  <a:pt x="0" y="0"/>
                </a:moveTo>
                <a:lnTo>
                  <a:pt x="3803" y="0"/>
                </a:lnTo>
                <a:lnTo>
                  <a:pt x="3803" y="525"/>
                </a:lnTo>
                <a:lnTo>
                  <a:pt x="0" y="5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8" name=""/>
          <p:cNvSpPr/>
          <p:nvPr/>
        </p:nvSpPr>
        <p:spPr>
          <a:xfrm flipV="1">
            <a:off x="3808440" y="367560"/>
            <a:ext cx="0" cy="188640"/>
          </a:xfrm>
          <a:prstGeom prst="line">
            <a:avLst/>
          </a:prstGeom>
          <a:ln w="6480">
            <a:solidFill>
              <a:srgbClr val="9A9A9A"/>
            </a:solidFill>
            <a:custDash>
              <a:ds d="583333" sp="583333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9" name=""/>
          <p:cNvSpPr/>
          <p:nvPr/>
        </p:nvSpPr>
        <p:spPr>
          <a:xfrm flipV="1">
            <a:off x="4098960" y="367560"/>
            <a:ext cx="0" cy="188640"/>
          </a:xfrm>
          <a:prstGeom prst="line">
            <a:avLst/>
          </a:prstGeom>
          <a:ln w="6480">
            <a:solidFill>
              <a:srgbClr val="9A9A9A"/>
            </a:solidFill>
            <a:custDash>
              <a:ds d="583333" sp="583333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0" name=""/>
          <p:cNvSpPr/>
          <p:nvPr/>
        </p:nvSpPr>
        <p:spPr>
          <a:xfrm>
            <a:off x="3808440" y="461880"/>
            <a:ext cx="290520" cy="0"/>
          </a:xfrm>
          <a:prstGeom prst="line">
            <a:avLst/>
          </a:prstGeom>
          <a:ln w="56880">
            <a:solidFill>
              <a:srgbClr val="2A9D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8440" tIns="-28440" rIns="28440" bIns="-28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1" name=""/>
          <p:cNvSpPr/>
          <p:nvPr/>
        </p:nvSpPr>
        <p:spPr>
          <a:xfrm>
            <a:off x="3258000" y="594360"/>
            <a:ext cx="1369080" cy="504000"/>
          </a:xfrm>
          <a:custGeom>
            <a:avLst/>
            <a:gdLst/>
            <a:ahLst/>
            <a:rect l="0" t="0" r="r" b="b"/>
            <a:pathLst>
              <a:path w="3803" h="1400">
                <a:moveTo>
                  <a:pt x="0" y="0"/>
                </a:moveTo>
                <a:lnTo>
                  <a:pt x="3803" y="0"/>
                </a:lnTo>
                <a:lnTo>
                  <a:pt x="3803" y="1400"/>
                </a:lnTo>
                <a:lnTo>
                  <a:pt x="0" y="1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2" name=""/>
          <p:cNvSpPr/>
          <p:nvPr/>
        </p:nvSpPr>
        <p:spPr>
          <a:xfrm flipV="1">
            <a:off x="3808440" y="596880"/>
            <a:ext cx="0" cy="501120"/>
          </a:xfrm>
          <a:prstGeom prst="line">
            <a:avLst/>
          </a:prstGeom>
          <a:ln w="6480">
            <a:solidFill>
              <a:srgbClr val="9A9A9A"/>
            </a:solidFill>
            <a:custDash>
              <a:ds d="583333" sp="583333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3" name=""/>
          <p:cNvSpPr/>
          <p:nvPr/>
        </p:nvSpPr>
        <p:spPr>
          <a:xfrm flipV="1">
            <a:off x="4098960" y="596880"/>
            <a:ext cx="0" cy="501120"/>
          </a:xfrm>
          <a:prstGeom prst="line">
            <a:avLst/>
          </a:prstGeom>
          <a:ln w="6480">
            <a:solidFill>
              <a:srgbClr val="9A9A9A"/>
            </a:solidFill>
            <a:custDash>
              <a:ds d="583333" sp="583333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4" name=""/>
          <p:cNvSpPr/>
          <p:nvPr/>
        </p:nvSpPr>
        <p:spPr>
          <a:xfrm>
            <a:off x="3610440" y="688680"/>
            <a:ext cx="667800" cy="0"/>
          </a:xfrm>
          <a:prstGeom prst="line">
            <a:avLst/>
          </a:prstGeom>
          <a:ln w="56880">
            <a:solidFill>
              <a:srgbClr val="E8AA9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8440" tIns="-28440" rIns="28440" bIns="-28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5" name=""/>
          <p:cNvSpPr/>
          <p:nvPr/>
        </p:nvSpPr>
        <p:spPr>
          <a:xfrm>
            <a:off x="3513960" y="846000"/>
            <a:ext cx="863640" cy="0"/>
          </a:xfrm>
          <a:prstGeom prst="line">
            <a:avLst/>
          </a:prstGeom>
          <a:ln w="56880">
            <a:solidFill>
              <a:srgbClr val="D155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8440" tIns="-28440" rIns="28440" bIns="-28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6" name=""/>
          <p:cNvSpPr/>
          <p:nvPr/>
        </p:nvSpPr>
        <p:spPr>
          <a:xfrm>
            <a:off x="3447000" y="1003320"/>
            <a:ext cx="987480" cy="0"/>
          </a:xfrm>
          <a:prstGeom prst="line">
            <a:avLst/>
          </a:prstGeom>
          <a:ln w="56880">
            <a:solidFill>
              <a:srgbClr val="823A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8440" tIns="-28440" rIns="28440" bIns="-28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7" name=""/>
          <p:cNvSpPr/>
          <p:nvPr/>
        </p:nvSpPr>
        <p:spPr>
          <a:xfrm>
            <a:off x="3258000" y="1135800"/>
            <a:ext cx="1369080" cy="504000"/>
          </a:xfrm>
          <a:custGeom>
            <a:avLst/>
            <a:gdLst/>
            <a:ahLst/>
            <a:rect l="0" t="0" r="r" b="b"/>
            <a:pathLst>
              <a:path w="3803" h="1400">
                <a:moveTo>
                  <a:pt x="0" y="0"/>
                </a:moveTo>
                <a:lnTo>
                  <a:pt x="3803" y="0"/>
                </a:lnTo>
                <a:lnTo>
                  <a:pt x="3803" y="1400"/>
                </a:lnTo>
                <a:lnTo>
                  <a:pt x="0" y="1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8" name=""/>
          <p:cNvSpPr/>
          <p:nvPr/>
        </p:nvSpPr>
        <p:spPr>
          <a:xfrm flipV="1">
            <a:off x="3808440" y="1143000"/>
            <a:ext cx="0" cy="496800"/>
          </a:xfrm>
          <a:prstGeom prst="line">
            <a:avLst/>
          </a:prstGeom>
          <a:ln w="6480">
            <a:solidFill>
              <a:srgbClr val="9A9A9A"/>
            </a:solidFill>
            <a:custDash>
              <a:ds d="583333" sp="583333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9" name=""/>
          <p:cNvSpPr/>
          <p:nvPr/>
        </p:nvSpPr>
        <p:spPr>
          <a:xfrm flipV="1">
            <a:off x="4098960" y="1143000"/>
            <a:ext cx="0" cy="496800"/>
          </a:xfrm>
          <a:prstGeom prst="line">
            <a:avLst/>
          </a:prstGeom>
          <a:ln w="6480">
            <a:solidFill>
              <a:srgbClr val="9A9A9A"/>
            </a:solidFill>
            <a:custDash>
              <a:ds d="583333" sp="583333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0" name=""/>
          <p:cNvSpPr/>
          <p:nvPr/>
        </p:nvSpPr>
        <p:spPr>
          <a:xfrm>
            <a:off x="3584880" y="1230120"/>
            <a:ext cx="748440" cy="0"/>
          </a:xfrm>
          <a:prstGeom prst="line">
            <a:avLst/>
          </a:prstGeom>
          <a:ln w="56880">
            <a:solidFill>
              <a:srgbClr val="E8AA9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8440" tIns="-28440" rIns="28440" bIns="-28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1" name=""/>
          <p:cNvSpPr/>
          <p:nvPr/>
        </p:nvSpPr>
        <p:spPr>
          <a:xfrm>
            <a:off x="3457800" y="1387800"/>
            <a:ext cx="977400" cy="0"/>
          </a:xfrm>
          <a:prstGeom prst="line">
            <a:avLst/>
          </a:prstGeom>
          <a:ln w="56880">
            <a:solidFill>
              <a:srgbClr val="D155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8440" tIns="-28440" rIns="28440" bIns="-28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2" name=""/>
          <p:cNvSpPr/>
          <p:nvPr/>
        </p:nvSpPr>
        <p:spPr>
          <a:xfrm>
            <a:off x="3320280" y="1545120"/>
            <a:ext cx="1244160" cy="0"/>
          </a:xfrm>
          <a:prstGeom prst="line">
            <a:avLst/>
          </a:prstGeom>
          <a:ln w="56880">
            <a:solidFill>
              <a:srgbClr val="823A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8440" tIns="-28440" rIns="28440" bIns="-28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3" name=""/>
          <p:cNvSpPr/>
          <p:nvPr/>
        </p:nvSpPr>
        <p:spPr>
          <a:xfrm>
            <a:off x="4727880" y="367560"/>
            <a:ext cx="1368720" cy="189000"/>
          </a:xfrm>
          <a:custGeom>
            <a:avLst/>
            <a:gdLst/>
            <a:ahLst/>
            <a:rect l="0" t="0" r="r" b="b"/>
            <a:pathLst>
              <a:path w="3802" h="525">
                <a:moveTo>
                  <a:pt x="0" y="0"/>
                </a:moveTo>
                <a:lnTo>
                  <a:pt x="3802" y="0"/>
                </a:lnTo>
                <a:lnTo>
                  <a:pt x="3802" y="525"/>
                </a:lnTo>
                <a:lnTo>
                  <a:pt x="0" y="5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4" name=""/>
          <p:cNvSpPr/>
          <p:nvPr/>
        </p:nvSpPr>
        <p:spPr>
          <a:xfrm flipV="1">
            <a:off x="4790160" y="367560"/>
            <a:ext cx="0" cy="188640"/>
          </a:xfrm>
          <a:prstGeom prst="line">
            <a:avLst/>
          </a:prstGeom>
          <a:ln w="6480">
            <a:solidFill>
              <a:srgbClr val="9A9A9A"/>
            </a:solidFill>
            <a:custDash>
              <a:ds d="583333" sp="583333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5" name=""/>
          <p:cNvSpPr/>
          <p:nvPr/>
        </p:nvSpPr>
        <p:spPr>
          <a:xfrm flipV="1">
            <a:off x="5423760" y="367560"/>
            <a:ext cx="0" cy="188640"/>
          </a:xfrm>
          <a:prstGeom prst="line">
            <a:avLst/>
          </a:prstGeom>
          <a:ln w="6480">
            <a:solidFill>
              <a:srgbClr val="9A9A9A"/>
            </a:solidFill>
            <a:custDash>
              <a:ds d="583333" sp="583333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6" name=""/>
          <p:cNvSpPr/>
          <p:nvPr/>
        </p:nvSpPr>
        <p:spPr>
          <a:xfrm>
            <a:off x="4790160" y="461880"/>
            <a:ext cx="633600" cy="0"/>
          </a:xfrm>
          <a:prstGeom prst="line">
            <a:avLst/>
          </a:prstGeom>
          <a:ln w="56880">
            <a:solidFill>
              <a:srgbClr val="2A9D8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8440" tIns="-28440" rIns="28440" bIns="-28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7" name=""/>
          <p:cNvSpPr/>
          <p:nvPr/>
        </p:nvSpPr>
        <p:spPr>
          <a:xfrm>
            <a:off x="4727880" y="594360"/>
            <a:ext cx="1368720" cy="504000"/>
          </a:xfrm>
          <a:custGeom>
            <a:avLst/>
            <a:gdLst/>
            <a:ahLst/>
            <a:rect l="0" t="0" r="r" b="b"/>
            <a:pathLst>
              <a:path w="3802" h="1400">
                <a:moveTo>
                  <a:pt x="0" y="0"/>
                </a:moveTo>
                <a:lnTo>
                  <a:pt x="3802" y="0"/>
                </a:lnTo>
                <a:lnTo>
                  <a:pt x="3802" y="1400"/>
                </a:lnTo>
                <a:lnTo>
                  <a:pt x="0" y="1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8" name=""/>
          <p:cNvSpPr/>
          <p:nvPr/>
        </p:nvSpPr>
        <p:spPr>
          <a:xfrm flipV="1">
            <a:off x="4790160" y="596880"/>
            <a:ext cx="0" cy="501120"/>
          </a:xfrm>
          <a:prstGeom prst="line">
            <a:avLst/>
          </a:prstGeom>
          <a:ln w="6480">
            <a:solidFill>
              <a:srgbClr val="9A9A9A"/>
            </a:solidFill>
            <a:custDash>
              <a:ds d="583333" sp="583333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9" name=""/>
          <p:cNvSpPr/>
          <p:nvPr/>
        </p:nvSpPr>
        <p:spPr>
          <a:xfrm flipV="1">
            <a:off x="5423760" y="596880"/>
            <a:ext cx="0" cy="501120"/>
          </a:xfrm>
          <a:prstGeom prst="line">
            <a:avLst/>
          </a:prstGeom>
          <a:ln w="6480">
            <a:solidFill>
              <a:srgbClr val="9A9A9A"/>
            </a:solidFill>
            <a:custDash>
              <a:ds d="583333" sp="583333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0" name=""/>
          <p:cNvSpPr/>
          <p:nvPr/>
        </p:nvSpPr>
        <p:spPr>
          <a:xfrm>
            <a:off x="5243400" y="688680"/>
            <a:ext cx="305280" cy="0"/>
          </a:xfrm>
          <a:prstGeom prst="line">
            <a:avLst/>
          </a:prstGeom>
          <a:ln w="56880">
            <a:solidFill>
              <a:srgbClr val="E8AA9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8440" tIns="-28440" rIns="28440" bIns="-28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1" name=""/>
          <p:cNvSpPr/>
          <p:nvPr/>
        </p:nvSpPr>
        <p:spPr>
          <a:xfrm>
            <a:off x="5335200" y="846000"/>
            <a:ext cx="304920" cy="0"/>
          </a:xfrm>
          <a:prstGeom prst="line">
            <a:avLst/>
          </a:prstGeom>
          <a:ln w="56880">
            <a:solidFill>
              <a:srgbClr val="D155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8440" tIns="-28440" rIns="28440" bIns="-28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2" name=""/>
          <p:cNvSpPr/>
          <p:nvPr/>
        </p:nvSpPr>
        <p:spPr>
          <a:xfrm>
            <a:off x="5472720" y="1003320"/>
            <a:ext cx="304920" cy="0"/>
          </a:xfrm>
          <a:prstGeom prst="line">
            <a:avLst/>
          </a:prstGeom>
          <a:ln w="56880">
            <a:solidFill>
              <a:srgbClr val="823A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8440" tIns="-28440" rIns="28440" bIns="-28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3" name=""/>
          <p:cNvSpPr/>
          <p:nvPr/>
        </p:nvSpPr>
        <p:spPr>
          <a:xfrm>
            <a:off x="4727880" y="1135800"/>
            <a:ext cx="1368720" cy="504000"/>
          </a:xfrm>
          <a:custGeom>
            <a:avLst/>
            <a:gdLst/>
            <a:ahLst/>
            <a:rect l="0" t="0" r="r" b="b"/>
            <a:pathLst>
              <a:path w="3802" h="1400">
                <a:moveTo>
                  <a:pt x="0" y="0"/>
                </a:moveTo>
                <a:lnTo>
                  <a:pt x="3802" y="0"/>
                </a:lnTo>
                <a:lnTo>
                  <a:pt x="3802" y="1400"/>
                </a:lnTo>
                <a:lnTo>
                  <a:pt x="0" y="140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4" name=""/>
          <p:cNvSpPr/>
          <p:nvPr/>
        </p:nvSpPr>
        <p:spPr>
          <a:xfrm flipV="1">
            <a:off x="4790160" y="1143000"/>
            <a:ext cx="0" cy="496800"/>
          </a:xfrm>
          <a:prstGeom prst="line">
            <a:avLst/>
          </a:prstGeom>
          <a:ln w="6480">
            <a:solidFill>
              <a:srgbClr val="9A9A9A"/>
            </a:solidFill>
            <a:custDash>
              <a:ds d="583333" sp="583333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5" name=""/>
          <p:cNvSpPr/>
          <p:nvPr/>
        </p:nvSpPr>
        <p:spPr>
          <a:xfrm flipV="1">
            <a:off x="5423760" y="1143000"/>
            <a:ext cx="0" cy="496800"/>
          </a:xfrm>
          <a:prstGeom prst="line">
            <a:avLst/>
          </a:prstGeom>
          <a:ln w="6480">
            <a:solidFill>
              <a:srgbClr val="9A9A9A"/>
            </a:solidFill>
            <a:custDash>
              <a:ds d="583333" sp="583333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6" name=""/>
          <p:cNvSpPr/>
          <p:nvPr/>
        </p:nvSpPr>
        <p:spPr>
          <a:xfrm>
            <a:off x="5271120" y="1230120"/>
            <a:ext cx="304920" cy="0"/>
          </a:xfrm>
          <a:prstGeom prst="line">
            <a:avLst/>
          </a:prstGeom>
          <a:ln w="56880">
            <a:solidFill>
              <a:srgbClr val="E8AA9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8440" tIns="-28440" rIns="28440" bIns="-28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7" name=""/>
          <p:cNvSpPr/>
          <p:nvPr/>
        </p:nvSpPr>
        <p:spPr>
          <a:xfrm>
            <a:off x="5454360" y="1387800"/>
            <a:ext cx="304920" cy="0"/>
          </a:xfrm>
          <a:prstGeom prst="line">
            <a:avLst/>
          </a:prstGeom>
          <a:ln w="56880">
            <a:solidFill>
              <a:srgbClr val="D1552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8440" tIns="-28440" rIns="28440" bIns="-28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8" name=""/>
          <p:cNvSpPr/>
          <p:nvPr/>
        </p:nvSpPr>
        <p:spPr>
          <a:xfrm>
            <a:off x="5729040" y="1545120"/>
            <a:ext cx="305280" cy="0"/>
          </a:xfrm>
          <a:prstGeom prst="line">
            <a:avLst/>
          </a:prstGeom>
          <a:ln w="56880">
            <a:solidFill>
              <a:srgbClr val="823A2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8440" tIns="-28440" rIns="28440" bIns="-28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9" name=""/>
          <p:cNvSpPr txBox="1"/>
          <p:nvPr/>
        </p:nvSpPr>
        <p:spPr>
          <a:xfrm>
            <a:off x="50400" y="12600"/>
            <a:ext cx="1011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0" name=""/>
          <p:cNvSpPr txBox="1"/>
          <p:nvPr/>
        </p:nvSpPr>
        <p:spPr>
          <a:xfrm>
            <a:off x="3258360" y="228240"/>
            <a:ext cx="94392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Accumulated warming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1" name=""/>
          <p:cNvSpPr txBox="1"/>
          <p:nvPr/>
        </p:nvSpPr>
        <p:spPr>
          <a:xfrm>
            <a:off x="4727880" y="228240"/>
            <a:ext cx="54612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Survey effort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2" name=""/>
          <p:cNvSpPr txBox="1"/>
          <p:nvPr/>
        </p:nvSpPr>
        <p:spPr>
          <a:xfrm>
            <a:off x="6147000" y="417600"/>
            <a:ext cx="3520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Observed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3" name=""/>
          <p:cNvSpPr txBox="1"/>
          <p:nvPr/>
        </p:nvSpPr>
        <p:spPr>
          <a:xfrm>
            <a:off x="6147000" y="801720"/>
            <a:ext cx="3268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SSP2-4.5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4" name=""/>
          <p:cNvSpPr/>
          <p:nvPr/>
        </p:nvSpPr>
        <p:spPr>
          <a:xfrm>
            <a:off x="3258000" y="1639440"/>
            <a:ext cx="1368720" cy="0"/>
          </a:xfrm>
          <a:prstGeom prst="line">
            <a:avLst/>
          </a:prstGeom>
          <a:ln cap="sq"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5" name=""/>
          <p:cNvSpPr/>
          <p:nvPr/>
        </p:nvSpPr>
        <p:spPr>
          <a:xfrm flipV="1">
            <a:off x="3336840" y="163944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6" name=""/>
          <p:cNvSpPr/>
          <p:nvPr/>
        </p:nvSpPr>
        <p:spPr>
          <a:xfrm flipV="1">
            <a:off x="3649680" y="163944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7" name=""/>
          <p:cNvSpPr/>
          <p:nvPr/>
        </p:nvSpPr>
        <p:spPr>
          <a:xfrm flipV="1">
            <a:off x="3962160" y="163944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8" name=""/>
          <p:cNvSpPr/>
          <p:nvPr/>
        </p:nvSpPr>
        <p:spPr>
          <a:xfrm flipV="1">
            <a:off x="4275000" y="163944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9" name=""/>
          <p:cNvSpPr/>
          <p:nvPr/>
        </p:nvSpPr>
        <p:spPr>
          <a:xfrm flipV="1">
            <a:off x="4587840" y="163944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0" name=""/>
          <p:cNvSpPr txBox="1"/>
          <p:nvPr/>
        </p:nvSpPr>
        <p:spPr>
          <a:xfrm>
            <a:off x="6147000" y="1343520"/>
            <a:ext cx="3268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SSP5-8.5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1" name=""/>
          <p:cNvSpPr txBox="1"/>
          <p:nvPr/>
        </p:nvSpPr>
        <p:spPr>
          <a:xfrm>
            <a:off x="3273480" y="1670040"/>
            <a:ext cx="129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−10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2" name=""/>
          <p:cNvSpPr txBox="1"/>
          <p:nvPr/>
        </p:nvSpPr>
        <p:spPr>
          <a:xfrm>
            <a:off x="3605400" y="1670040"/>
            <a:ext cx="874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−5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3" name=""/>
          <p:cNvSpPr txBox="1"/>
          <p:nvPr/>
        </p:nvSpPr>
        <p:spPr>
          <a:xfrm>
            <a:off x="3943440" y="167004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4" name=""/>
          <p:cNvSpPr txBox="1"/>
          <p:nvPr/>
        </p:nvSpPr>
        <p:spPr>
          <a:xfrm>
            <a:off x="4256280" y="167004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5" name=""/>
          <p:cNvSpPr/>
          <p:nvPr/>
        </p:nvSpPr>
        <p:spPr>
          <a:xfrm>
            <a:off x="4727880" y="1639440"/>
            <a:ext cx="1368360" cy="0"/>
          </a:xfrm>
          <a:prstGeom prst="line">
            <a:avLst/>
          </a:prstGeom>
          <a:ln cap="sq"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6" name=""/>
          <p:cNvSpPr/>
          <p:nvPr/>
        </p:nvSpPr>
        <p:spPr>
          <a:xfrm flipV="1">
            <a:off x="4750920" y="163944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7" name=""/>
          <p:cNvSpPr/>
          <p:nvPr/>
        </p:nvSpPr>
        <p:spPr>
          <a:xfrm flipV="1">
            <a:off x="5056200" y="163944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8" name=""/>
          <p:cNvSpPr/>
          <p:nvPr/>
        </p:nvSpPr>
        <p:spPr>
          <a:xfrm flipV="1">
            <a:off x="5361840" y="163944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9" name=""/>
          <p:cNvSpPr/>
          <p:nvPr/>
        </p:nvSpPr>
        <p:spPr>
          <a:xfrm flipV="1">
            <a:off x="5667120" y="163944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0" name=""/>
          <p:cNvSpPr/>
          <p:nvPr/>
        </p:nvSpPr>
        <p:spPr>
          <a:xfrm flipV="1">
            <a:off x="5972400" y="163944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1" name=""/>
          <p:cNvSpPr txBox="1"/>
          <p:nvPr/>
        </p:nvSpPr>
        <p:spPr>
          <a:xfrm>
            <a:off x="4550040" y="167004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2" name=""/>
          <p:cNvSpPr txBox="1"/>
          <p:nvPr/>
        </p:nvSpPr>
        <p:spPr>
          <a:xfrm>
            <a:off x="4706640" y="1670040"/>
            <a:ext cx="874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−2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3" name=""/>
          <p:cNvSpPr txBox="1"/>
          <p:nvPr/>
        </p:nvSpPr>
        <p:spPr>
          <a:xfrm>
            <a:off x="5037480" y="167004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4" name=""/>
          <p:cNvSpPr txBox="1"/>
          <p:nvPr/>
        </p:nvSpPr>
        <p:spPr>
          <a:xfrm>
            <a:off x="5342760" y="167004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5" name=""/>
          <p:cNvSpPr txBox="1"/>
          <p:nvPr/>
        </p:nvSpPr>
        <p:spPr>
          <a:xfrm>
            <a:off x="5648400" y="167004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6" name=""/>
          <p:cNvSpPr/>
          <p:nvPr/>
        </p:nvSpPr>
        <p:spPr>
          <a:xfrm flipV="1">
            <a:off x="3258000" y="367560"/>
            <a:ext cx="0" cy="188640"/>
          </a:xfrm>
          <a:prstGeom prst="line">
            <a:avLst/>
          </a:prstGeom>
          <a:ln cap="sq"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7" name=""/>
          <p:cNvSpPr txBox="1"/>
          <p:nvPr/>
        </p:nvSpPr>
        <p:spPr>
          <a:xfrm>
            <a:off x="5953680" y="167004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8" name=""/>
          <p:cNvSpPr/>
          <p:nvPr/>
        </p:nvSpPr>
        <p:spPr>
          <a:xfrm>
            <a:off x="3232800" y="461880"/>
            <a:ext cx="252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9" name=""/>
          <p:cNvSpPr/>
          <p:nvPr/>
        </p:nvSpPr>
        <p:spPr>
          <a:xfrm flipV="1">
            <a:off x="3258000" y="594360"/>
            <a:ext cx="0" cy="503640"/>
          </a:xfrm>
          <a:prstGeom prst="line">
            <a:avLst/>
          </a:prstGeom>
          <a:ln cap="sq"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0" name=""/>
          <p:cNvSpPr txBox="1"/>
          <p:nvPr/>
        </p:nvSpPr>
        <p:spPr>
          <a:xfrm>
            <a:off x="2872440" y="417600"/>
            <a:ext cx="381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2002–2024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1" name=""/>
          <p:cNvSpPr txBox="1"/>
          <p:nvPr/>
        </p:nvSpPr>
        <p:spPr>
          <a:xfrm>
            <a:off x="3062880" y="959040"/>
            <a:ext cx="1702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2080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2" name=""/>
          <p:cNvSpPr txBox="1"/>
          <p:nvPr/>
        </p:nvSpPr>
        <p:spPr>
          <a:xfrm>
            <a:off x="3062880" y="801720"/>
            <a:ext cx="1702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2050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3" name=""/>
          <p:cNvSpPr/>
          <p:nvPr/>
        </p:nvSpPr>
        <p:spPr>
          <a:xfrm>
            <a:off x="3232800" y="1003320"/>
            <a:ext cx="252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4" name=""/>
          <p:cNvSpPr/>
          <p:nvPr/>
        </p:nvSpPr>
        <p:spPr>
          <a:xfrm>
            <a:off x="3232800" y="846000"/>
            <a:ext cx="252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5" name=""/>
          <p:cNvSpPr/>
          <p:nvPr/>
        </p:nvSpPr>
        <p:spPr>
          <a:xfrm>
            <a:off x="3232800" y="688680"/>
            <a:ext cx="252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6" name=""/>
          <p:cNvSpPr/>
          <p:nvPr/>
        </p:nvSpPr>
        <p:spPr>
          <a:xfrm flipV="1">
            <a:off x="3258000" y="1135800"/>
            <a:ext cx="0" cy="503640"/>
          </a:xfrm>
          <a:prstGeom prst="line">
            <a:avLst/>
          </a:prstGeom>
          <a:ln cap="sq"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7" name=""/>
          <p:cNvSpPr txBox="1"/>
          <p:nvPr/>
        </p:nvSpPr>
        <p:spPr>
          <a:xfrm>
            <a:off x="3062880" y="644400"/>
            <a:ext cx="1702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2030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8" name=""/>
          <p:cNvSpPr txBox="1"/>
          <p:nvPr/>
        </p:nvSpPr>
        <p:spPr>
          <a:xfrm>
            <a:off x="3062880" y="1500840"/>
            <a:ext cx="1702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2080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9" name=""/>
          <p:cNvSpPr txBox="1"/>
          <p:nvPr/>
        </p:nvSpPr>
        <p:spPr>
          <a:xfrm>
            <a:off x="3062880" y="1343520"/>
            <a:ext cx="1702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2050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0" name=""/>
          <p:cNvSpPr/>
          <p:nvPr/>
        </p:nvSpPr>
        <p:spPr>
          <a:xfrm>
            <a:off x="3232800" y="1545120"/>
            <a:ext cx="252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1" name=""/>
          <p:cNvSpPr/>
          <p:nvPr/>
        </p:nvSpPr>
        <p:spPr>
          <a:xfrm>
            <a:off x="3232800" y="1387800"/>
            <a:ext cx="252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2" name=""/>
          <p:cNvSpPr/>
          <p:nvPr/>
        </p:nvSpPr>
        <p:spPr>
          <a:xfrm>
            <a:off x="3232800" y="1230120"/>
            <a:ext cx="252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3" name=""/>
          <p:cNvSpPr txBox="1"/>
          <p:nvPr/>
        </p:nvSpPr>
        <p:spPr>
          <a:xfrm>
            <a:off x="3062880" y="1186200"/>
            <a:ext cx="17028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2030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4" name=""/>
          <p:cNvSpPr txBox="1"/>
          <p:nvPr/>
        </p:nvSpPr>
        <p:spPr>
          <a:xfrm>
            <a:off x="3845520" y="1796760"/>
            <a:ext cx="158796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Standardised value (1st–99th percentile)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5" name=""/>
          <p:cNvSpPr txBox="1"/>
          <p:nvPr/>
        </p:nvSpPr>
        <p:spPr>
          <a:xfrm>
            <a:off x="2986200" y="63360"/>
            <a:ext cx="172980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Future scenarios leave the training range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6" name=""/>
          <p:cNvSpPr/>
          <p:nvPr/>
        </p:nvSpPr>
        <p:spPr>
          <a:xfrm>
            <a:off x="435960" y="2304000"/>
            <a:ext cx="1802880" cy="884520"/>
          </a:xfrm>
          <a:custGeom>
            <a:avLst/>
            <a:gdLst/>
            <a:ahLst/>
            <a:rect l="0" t="0" r="r" b="b"/>
            <a:pathLst>
              <a:path w="5008" h="2457">
                <a:moveTo>
                  <a:pt x="0" y="0"/>
                </a:moveTo>
                <a:lnTo>
                  <a:pt x="5008" y="0"/>
                </a:lnTo>
                <a:lnTo>
                  <a:pt x="5008" y="2457"/>
                </a:lnTo>
                <a:lnTo>
                  <a:pt x="0" y="24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7" name=""/>
          <p:cNvSpPr/>
          <p:nvPr/>
        </p:nvSpPr>
        <p:spPr>
          <a:xfrm>
            <a:off x="435960" y="2733480"/>
            <a:ext cx="1802520" cy="0"/>
          </a:xfrm>
          <a:prstGeom prst="line">
            <a:avLst/>
          </a:prstGeom>
          <a:ln w="7920">
            <a:solidFill>
              <a:srgbClr val="9A9A9A"/>
            </a:solidFill>
            <a:custDash>
              <a:ds d="118182" sp="359091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8" name=""/>
          <p:cNvSpPr/>
          <p:nvPr/>
        </p:nvSpPr>
        <p:spPr>
          <a:xfrm flipV="1">
            <a:off x="783000" y="2304000"/>
            <a:ext cx="0" cy="884160"/>
          </a:xfrm>
          <a:prstGeom prst="line">
            <a:avLst/>
          </a:prstGeom>
          <a:ln w="7920">
            <a:solidFill>
              <a:srgbClr val="9A9A9A"/>
            </a:solidFill>
            <a:custDash>
              <a:ds d="118182" sp="359091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9" name=""/>
          <p:cNvSpPr/>
          <p:nvPr/>
        </p:nvSpPr>
        <p:spPr>
          <a:xfrm flipV="1">
            <a:off x="435960" y="2304000"/>
            <a:ext cx="927360" cy="686880"/>
          </a:xfrm>
          <a:prstGeom prst="line">
            <a:avLst/>
          </a:prstGeom>
          <a:ln w="6480">
            <a:solidFill>
              <a:srgbClr val="9A9A9A"/>
            </a:solidFill>
            <a:custDash>
              <a:ds d="583333" sp="583333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0" name=""/>
          <p:cNvSpPr/>
          <p:nvPr/>
        </p:nvSpPr>
        <p:spPr>
          <a:xfrm>
            <a:off x="795960" y="285228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09"/>
                  <a:pt x="0" y="109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1" name=""/>
          <p:cNvSpPr/>
          <p:nvPr/>
        </p:nvSpPr>
        <p:spPr>
          <a:xfrm>
            <a:off x="795960" y="285228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09"/>
                  <a:pt x="0" y="109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2" name=""/>
          <p:cNvSpPr/>
          <p:nvPr/>
        </p:nvSpPr>
        <p:spPr>
          <a:xfrm>
            <a:off x="859320" y="2761920"/>
            <a:ext cx="33840" cy="34200"/>
          </a:xfrm>
          <a:custGeom>
            <a:avLst/>
            <a:gdLst/>
            <a:ahLst/>
            <a:rect l="0" t="0" r="r" b="b"/>
            <a:pathLst>
              <a:path w="94" h="95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3" name=""/>
          <p:cNvSpPr/>
          <p:nvPr/>
        </p:nvSpPr>
        <p:spPr>
          <a:xfrm>
            <a:off x="859320" y="2761920"/>
            <a:ext cx="33840" cy="34200"/>
          </a:xfrm>
          <a:custGeom>
            <a:avLst/>
            <a:gdLst/>
            <a:ahLst/>
            <a:rect l="0" t="0" r="r" b="b"/>
            <a:pathLst>
              <a:path fill="none" w="94" h="95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4" name=""/>
          <p:cNvSpPr/>
          <p:nvPr/>
        </p:nvSpPr>
        <p:spPr>
          <a:xfrm>
            <a:off x="795600" y="2817360"/>
            <a:ext cx="33840" cy="33480"/>
          </a:xfrm>
          <a:custGeom>
            <a:avLst/>
            <a:gdLst/>
            <a:ahLst/>
            <a:rect l="0" t="0" r="r" b="b"/>
            <a:pathLst>
              <a:path w="94" h="93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08"/>
                  <a:pt x="0" y="108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5" name=""/>
          <p:cNvSpPr/>
          <p:nvPr/>
        </p:nvSpPr>
        <p:spPr>
          <a:xfrm>
            <a:off x="795600" y="2817360"/>
            <a:ext cx="33840" cy="33480"/>
          </a:xfrm>
          <a:custGeom>
            <a:avLst/>
            <a:gdLst/>
            <a:ahLst/>
            <a:rect l="0" t="0" r="r" b="b"/>
            <a:pathLst>
              <a:path fill="none" w="94" h="93">
                <a:moveTo>
                  <a:pt x="94" y="47"/>
                </a:moveTo>
                <a:cubicBezTo>
                  <a:pt x="94" y="108"/>
                  <a:pt x="0" y="108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6" name=""/>
          <p:cNvSpPr/>
          <p:nvPr/>
        </p:nvSpPr>
        <p:spPr>
          <a:xfrm>
            <a:off x="842760" y="2860200"/>
            <a:ext cx="33840" cy="34200"/>
          </a:xfrm>
          <a:custGeom>
            <a:avLst/>
            <a:gdLst/>
            <a:ahLst/>
            <a:rect l="0" t="0" r="r" b="b"/>
            <a:pathLst>
              <a:path w="94" h="95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7" name=""/>
          <p:cNvSpPr/>
          <p:nvPr/>
        </p:nvSpPr>
        <p:spPr>
          <a:xfrm>
            <a:off x="842760" y="2860200"/>
            <a:ext cx="33840" cy="34200"/>
          </a:xfrm>
          <a:custGeom>
            <a:avLst/>
            <a:gdLst/>
            <a:ahLst/>
            <a:rect l="0" t="0" r="r" b="b"/>
            <a:pathLst>
              <a:path fill="none" w="94" h="95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8" name=""/>
          <p:cNvSpPr/>
          <p:nvPr/>
        </p:nvSpPr>
        <p:spPr>
          <a:xfrm>
            <a:off x="777600" y="2787480"/>
            <a:ext cx="33480" cy="33840"/>
          </a:xfrm>
          <a:custGeom>
            <a:avLst/>
            <a:gdLst/>
            <a:ahLst/>
            <a:rect l="0" t="0" r="r" b="b"/>
            <a:pathLst>
              <a:path w="93" h="94">
                <a:moveTo>
                  <a:pt x="0" y="47"/>
                </a:moveTo>
                <a:cubicBezTo>
                  <a:pt x="0" y="-16"/>
                  <a:pt x="93" y="-16"/>
                  <a:pt x="93" y="47"/>
                </a:cubicBezTo>
                <a:cubicBezTo>
                  <a:pt x="93" y="109"/>
                  <a:pt x="0" y="109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99" name=""/>
          <p:cNvSpPr/>
          <p:nvPr/>
        </p:nvSpPr>
        <p:spPr>
          <a:xfrm>
            <a:off x="777600" y="2787480"/>
            <a:ext cx="33480" cy="33840"/>
          </a:xfrm>
          <a:custGeom>
            <a:avLst/>
            <a:gdLst/>
            <a:ahLst/>
            <a:rect l="0" t="0" r="r" b="b"/>
            <a:pathLst>
              <a:path fill="none" w="93" h="94">
                <a:moveTo>
                  <a:pt x="93" y="47"/>
                </a:moveTo>
                <a:cubicBezTo>
                  <a:pt x="93" y="109"/>
                  <a:pt x="0" y="109"/>
                  <a:pt x="0" y="47"/>
                </a:cubicBezTo>
                <a:cubicBezTo>
                  <a:pt x="0" y="-16"/>
                  <a:pt x="93" y="-16"/>
                  <a:pt x="93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0" name=""/>
          <p:cNvSpPr/>
          <p:nvPr/>
        </p:nvSpPr>
        <p:spPr>
          <a:xfrm>
            <a:off x="863640" y="2778480"/>
            <a:ext cx="33840" cy="33480"/>
          </a:xfrm>
          <a:custGeom>
            <a:avLst/>
            <a:gdLst/>
            <a:ahLst/>
            <a:rect l="0" t="0" r="r" b="b"/>
            <a:pathLst>
              <a:path w="94" h="93">
                <a:moveTo>
                  <a:pt x="0" y="47"/>
                </a:moveTo>
                <a:cubicBezTo>
                  <a:pt x="0" y="-15"/>
                  <a:pt x="94" y="-15"/>
                  <a:pt x="94" y="47"/>
                </a:cubicBezTo>
                <a:cubicBezTo>
                  <a:pt x="94" y="109"/>
                  <a:pt x="0" y="109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1" name=""/>
          <p:cNvSpPr/>
          <p:nvPr/>
        </p:nvSpPr>
        <p:spPr>
          <a:xfrm>
            <a:off x="863640" y="2778480"/>
            <a:ext cx="33840" cy="33480"/>
          </a:xfrm>
          <a:custGeom>
            <a:avLst/>
            <a:gdLst/>
            <a:ahLst/>
            <a:rect l="0" t="0" r="r" b="b"/>
            <a:pathLst>
              <a:path fill="none" w="94" h="93">
                <a:moveTo>
                  <a:pt x="94" y="47"/>
                </a:moveTo>
                <a:cubicBezTo>
                  <a:pt x="94" y="109"/>
                  <a:pt x="0" y="109"/>
                  <a:pt x="0" y="47"/>
                </a:cubicBezTo>
                <a:cubicBezTo>
                  <a:pt x="0" y="-15"/>
                  <a:pt x="94" y="-15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2" name=""/>
          <p:cNvSpPr/>
          <p:nvPr/>
        </p:nvSpPr>
        <p:spPr>
          <a:xfrm>
            <a:off x="828000" y="288360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09"/>
                  <a:pt x="0" y="109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3" name=""/>
          <p:cNvSpPr/>
          <p:nvPr/>
        </p:nvSpPr>
        <p:spPr>
          <a:xfrm>
            <a:off x="828000" y="288360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09"/>
                  <a:pt x="0" y="109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4" name=""/>
          <p:cNvSpPr/>
          <p:nvPr/>
        </p:nvSpPr>
        <p:spPr>
          <a:xfrm>
            <a:off x="796680" y="264564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5"/>
                  <a:pt x="94" y="-15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5" name=""/>
          <p:cNvSpPr/>
          <p:nvPr/>
        </p:nvSpPr>
        <p:spPr>
          <a:xfrm>
            <a:off x="796680" y="264564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5"/>
                  <a:pt x="94" y="-15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6" name=""/>
          <p:cNvSpPr/>
          <p:nvPr/>
        </p:nvSpPr>
        <p:spPr>
          <a:xfrm>
            <a:off x="835200" y="2755080"/>
            <a:ext cx="33840" cy="33480"/>
          </a:xfrm>
          <a:custGeom>
            <a:avLst/>
            <a:gdLst/>
            <a:ahLst/>
            <a:rect l="0" t="0" r="r" b="b"/>
            <a:pathLst>
              <a:path w="94" h="93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08"/>
                  <a:pt x="0" y="108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7" name=""/>
          <p:cNvSpPr/>
          <p:nvPr/>
        </p:nvSpPr>
        <p:spPr>
          <a:xfrm>
            <a:off x="835200" y="2755080"/>
            <a:ext cx="33840" cy="33480"/>
          </a:xfrm>
          <a:custGeom>
            <a:avLst/>
            <a:gdLst/>
            <a:ahLst/>
            <a:rect l="0" t="0" r="r" b="b"/>
            <a:pathLst>
              <a:path fill="none" w="94" h="93">
                <a:moveTo>
                  <a:pt x="94" y="47"/>
                </a:moveTo>
                <a:cubicBezTo>
                  <a:pt x="94" y="108"/>
                  <a:pt x="0" y="108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8" name=""/>
          <p:cNvSpPr/>
          <p:nvPr/>
        </p:nvSpPr>
        <p:spPr>
          <a:xfrm>
            <a:off x="794880" y="2571120"/>
            <a:ext cx="33480" cy="34200"/>
          </a:xfrm>
          <a:custGeom>
            <a:avLst/>
            <a:gdLst/>
            <a:ahLst/>
            <a:rect l="0" t="0" r="r" b="b"/>
            <a:pathLst>
              <a:path w="93" h="95">
                <a:moveTo>
                  <a:pt x="0" y="47"/>
                </a:moveTo>
                <a:cubicBezTo>
                  <a:pt x="0" y="-16"/>
                  <a:pt x="93" y="-16"/>
                  <a:pt x="93" y="47"/>
                </a:cubicBezTo>
                <a:cubicBezTo>
                  <a:pt x="93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09" name=""/>
          <p:cNvSpPr/>
          <p:nvPr/>
        </p:nvSpPr>
        <p:spPr>
          <a:xfrm>
            <a:off x="794880" y="2571120"/>
            <a:ext cx="33480" cy="34200"/>
          </a:xfrm>
          <a:custGeom>
            <a:avLst/>
            <a:gdLst/>
            <a:ahLst/>
            <a:rect l="0" t="0" r="r" b="b"/>
            <a:pathLst>
              <a:path fill="none" w="93" h="95">
                <a:moveTo>
                  <a:pt x="93" y="47"/>
                </a:moveTo>
                <a:cubicBezTo>
                  <a:pt x="93" y="110"/>
                  <a:pt x="0" y="110"/>
                  <a:pt x="0" y="47"/>
                </a:cubicBezTo>
                <a:cubicBezTo>
                  <a:pt x="0" y="-16"/>
                  <a:pt x="93" y="-16"/>
                  <a:pt x="93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0" name=""/>
          <p:cNvSpPr/>
          <p:nvPr/>
        </p:nvSpPr>
        <p:spPr>
          <a:xfrm>
            <a:off x="815760" y="2851560"/>
            <a:ext cx="33840" cy="33480"/>
          </a:xfrm>
          <a:custGeom>
            <a:avLst/>
            <a:gdLst/>
            <a:ahLst/>
            <a:rect l="0" t="0" r="r" b="b"/>
            <a:pathLst>
              <a:path w="94" h="93">
                <a:moveTo>
                  <a:pt x="0" y="47"/>
                </a:moveTo>
                <a:cubicBezTo>
                  <a:pt x="0" y="-15"/>
                  <a:pt x="94" y="-15"/>
                  <a:pt x="94" y="47"/>
                </a:cubicBezTo>
                <a:cubicBezTo>
                  <a:pt x="94" y="109"/>
                  <a:pt x="0" y="109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1" name=""/>
          <p:cNvSpPr/>
          <p:nvPr/>
        </p:nvSpPr>
        <p:spPr>
          <a:xfrm>
            <a:off x="815760" y="2851560"/>
            <a:ext cx="33840" cy="33480"/>
          </a:xfrm>
          <a:custGeom>
            <a:avLst/>
            <a:gdLst/>
            <a:ahLst/>
            <a:rect l="0" t="0" r="r" b="b"/>
            <a:pathLst>
              <a:path fill="none" w="94" h="93">
                <a:moveTo>
                  <a:pt x="94" y="47"/>
                </a:moveTo>
                <a:cubicBezTo>
                  <a:pt x="94" y="109"/>
                  <a:pt x="0" y="109"/>
                  <a:pt x="0" y="47"/>
                </a:cubicBezTo>
                <a:cubicBezTo>
                  <a:pt x="0" y="-15"/>
                  <a:pt x="94" y="-15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2" name=""/>
          <p:cNvSpPr/>
          <p:nvPr/>
        </p:nvSpPr>
        <p:spPr>
          <a:xfrm>
            <a:off x="804240" y="2671560"/>
            <a:ext cx="33840" cy="34200"/>
          </a:xfrm>
          <a:custGeom>
            <a:avLst/>
            <a:gdLst/>
            <a:ahLst/>
            <a:rect l="0" t="0" r="r" b="b"/>
            <a:pathLst>
              <a:path w="94" h="95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3" name=""/>
          <p:cNvSpPr/>
          <p:nvPr/>
        </p:nvSpPr>
        <p:spPr>
          <a:xfrm>
            <a:off x="804240" y="2671560"/>
            <a:ext cx="33840" cy="34200"/>
          </a:xfrm>
          <a:custGeom>
            <a:avLst/>
            <a:gdLst/>
            <a:ahLst/>
            <a:rect l="0" t="0" r="r" b="b"/>
            <a:pathLst>
              <a:path fill="none" w="94" h="95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4" name=""/>
          <p:cNvSpPr/>
          <p:nvPr/>
        </p:nvSpPr>
        <p:spPr>
          <a:xfrm>
            <a:off x="819720" y="269352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09"/>
                  <a:pt x="0" y="109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5" name=""/>
          <p:cNvSpPr/>
          <p:nvPr/>
        </p:nvSpPr>
        <p:spPr>
          <a:xfrm>
            <a:off x="819720" y="269352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09"/>
                  <a:pt x="0" y="109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6" name=""/>
          <p:cNvSpPr/>
          <p:nvPr/>
        </p:nvSpPr>
        <p:spPr>
          <a:xfrm>
            <a:off x="818640" y="272988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09"/>
                  <a:pt x="0" y="109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7" name=""/>
          <p:cNvSpPr/>
          <p:nvPr/>
        </p:nvSpPr>
        <p:spPr>
          <a:xfrm>
            <a:off x="818640" y="272988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09"/>
                  <a:pt x="0" y="109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8" name=""/>
          <p:cNvSpPr/>
          <p:nvPr/>
        </p:nvSpPr>
        <p:spPr>
          <a:xfrm>
            <a:off x="763560" y="284616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5"/>
                  <a:pt x="94" y="-15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9" name=""/>
          <p:cNvSpPr/>
          <p:nvPr/>
        </p:nvSpPr>
        <p:spPr>
          <a:xfrm>
            <a:off x="763560" y="284616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5"/>
                  <a:pt x="94" y="-15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0" name=""/>
          <p:cNvSpPr/>
          <p:nvPr/>
        </p:nvSpPr>
        <p:spPr>
          <a:xfrm>
            <a:off x="872640" y="2763720"/>
            <a:ext cx="33480" cy="34200"/>
          </a:xfrm>
          <a:custGeom>
            <a:avLst/>
            <a:gdLst/>
            <a:ahLst/>
            <a:rect l="0" t="0" r="r" b="b"/>
            <a:pathLst>
              <a:path w="93" h="95">
                <a:moveTo>
                  <a:pt x="0" y="47"/>
                </a:moveTo>
                <a:cubicBezTo>
                  <a:pt x="0" y="-16"/>
                  <a:pt x="93" y="-16"/>
                  <a:pt x="93" y="47"/>
                </a:cubicBezTo>
                <a:cubicBezTo>
                  <a:pt x="93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1" name=""/>
          <p:cNvSpPr/>
          <p:nvPr/>
        </p:nvSpPr>
        <p:spPr>
          <a:xfrm>
            <a:off x="872640" y="2763720"/>
            <a:ext cx="33480" cy="34200"/>
          </a:xfrm>
          <a:custGeom>
            <a:avLst/>
            <a:gdLst/>
            <a:ahLst/>
            <a:rect l="0" t="0" r="r" b="b"/>
            <a:pathLst>
              <a:path fill="none" w="93" h="95">
                <a:moveTo>
                  <a:pt x="93" y="47"/>
                </a:moveTo>
                <a:cubicBezTo>
                  <a:pt x="93" y="110"/>
                  <a:pt x="0" y="110"/>
                  <a:pt x="0" y="47"/>
                </a:cubicBezTo>
                <a:cubicBezTo>
                  <a:pt x="0" y="-16"/>
                  <a:pt x="93" y="-16"/>
                  <a:pt x="93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2" name=""/>
          <p:cNvSpPr/>
          <p:nvPr/>
        </p:nvSpPr>
        <p:spPr>
          <a:xfrm>
            <a:off x="806760" y="280476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5"/>
                  <a:pt x="94" y="-15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3" name=""/>
          <p:cNvSpPr/>
          <p:nvPr/>
        </p:nvSpPr>
        <p:spPr>
          <a:xfrm>
            <a:off x="806760" y="280476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5"/>
                  <a:pt x="94" y="-15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4" name=""/>
          <p:cNvSpPr/>
          <p:nvPr/>
        </p:nvSpPr>
        <p:spPr>
          <a:xfrm>
            <a:off x="802080" y="2813760"/>
            <a:ext cx="33480" cy="33840"/>
          </a:xfrm>
          <a:custGeom>
            <a:avLst/>
            <a:gdLst/>
            <a:ahLst/>
            <a:rect l="0" t="0" r="r" b="b"/>
            <a:pathLst>
              <a:path w="93" h="94">
                <a:moveTo>
                  <a:pt x="0" y="47"/>
                </a:moveTo>
                <a:cubicBezTo>
                  <a:pt x="0" y="-15"/>
                  <a:pt x="93" y="-15"/>
                  <a:pt x="93" y="47"/>
                </a:cubicBezTo>
                <a:cubicBezTo>
                  <a:pt x="93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5" name=""/>
          <p:cNvSpPr/>
          <p:nvPr/>
        </p:nvSpPr>
        <p:spPr>
          <a:xfrm>
            <a:off x="802080" y="2813760"/>
            <a:ext cx="33480" cy="33840"/>
          </a:xfrm>
          <a:custGeom>
            <a:avLst/>
            <a:gdLst/>
            <a:ahLst/>
            <a:rect l="0" t="0" r="r" b="b"/>
            <a:pathLst>
              <a:path fill="none" w="93" h="94">
                <a:moveTo>
                  <a:pt x="93" y="47"/>
                </a:moveTo>
                <a:cubicBezTo>
                  <a:pt x="93" y="110"/>
                  <a:pt x="0" y="110"/>
                  <a:pt x="0" y="47"/>
                </a:cubicBezTo>
                <a:cubicBezTo>
                  <a:pt x="0" y="-15"/>
                  <a:pt x="93" y="-15"/>
                  <a:pt x="93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6" name=""/>
          <p:cNvSpPr/>
          <p:nvPr/>
        </p:nvSpPr>
        <p:spPr>
          <a:xfrm>
            <a:off x="777240" y="2877120"/>
            <a:ext cx="33840" cy="33480"/>
          </a:xfrm>
          <a:custGeom>
            <a:avLst/>
            <a:gdLst/>
            <a:ahLst/>
            <a:rect l="0" t="0" r="r" b="b"/>
            <a:pathLst>
              <a:path w="94" h="93">
                <a:moveTo>
                  <a:pt x="0" y="47"/>
                </a:moveTo>
                <a:cubicBezTo>
                  <a:pt x="0" y="-15"/>
                  <a:pt x="94" y="-15"/>
                  <a:pt x="94" y="47"/>
                </a:cubicBezTo>
                <a:cubicBezTo>
                  <a:pt x="94" y="109"/>
                  <a:pt x="0" y="109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7" name=""/>
          <p:cNvSpPr/>
          <p:nvPr/>
        </p:nvSpPr>
        <p:spPr>
          <a:xfrm>
            <a:off x="777240" y="2877120"/>
            <a:ext cx="33840" cy="33480"/>
          </a:xfrm>
          <a:custGeom>
            <a:avLst/>
            <a:gdLst/>
            <a:ahLst/>
            <a:rect l="0" t="0" r="r" b="b"/>
            <a:pathLst>
              <a:path fill="none" w="94" h="93">
                <a:moveTo>
                  <a:pt x="94" y="47"/>
                </a:moveTo>
                <a:cubicBezTo>
                  <a:pt x="94" y="109"/>
                  <a:pt x="0" y="109"/>
                  <a:pt x="0" y="47"/>
                </a:cubicBezTo>
                <a:cubicBezTo>
                  <a:pt x="0" y="-15"/>
                  <a:pt x="94" y="-15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8" name=""/>
          <p:cNvSpPr/>
          <p:nvPr/>
        </p:nvSpPr>
        <p:spPr>
          <a:xfrm>
            <a:off x="796680" y="280080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09"/>
                  <a:pt x="0" y="109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29" name=""/>
          <p:cNvSpPr/>
          <p:nvPr/>
        </p:nvSpPr>
        <p:spPr>
          <a:xfrm>
            <a:off x="796680" y="280080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09"/>
                  <a:pt x="0" y="109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0" name=""/>
          <p:cNvSpPr/>
          <p:nvPr/>
        </p:nvSpPr>
        <p:spPr>
          <a:xfrm>
            <a:off x="793800" y="2797200"/>
            <a:ext cx="33840" cy="34200"/>
          </a:xfrm>
          <a:custGeom>
            <a:avLst/>
            <a:gdLst/>
            <a:ahLst/>
            <a:rect l="0" t="0" r="r" b="b"/>
            <a:pathLst>
              <a:path w="94" h="95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1" name=""/>
          <p:cNvSpPr/>
          <p:nvPr/>
        </p:nvSpPr>
        <p:spPr>
          <a:xfrm>
            <a:off x="793800" y="2797200"/>
            <a:ext cx="33840" cy="34200"/>
          </a:xfrm>
          <a:custGeom>
            <a:avLst/>
            <a:gdLst/>
            <a:ahLst/>
            <a:rect l="0" t="0" r="r" b="b"/>
            <a:pathLst>
              <a:path fill="none" w="94" h="95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2" name=""/>
          <p:cNvSpPr/>
          <p:nvPr/>
        </p:nvSpPr>
        <p:spPr>
          <a:xfrm>
            <a:off x="777240" y="2712600"/>
            <a:ext cx="33840" cy="33480"/>
          </a:xfrm>
          <a:custGeom>
            <a:avLst/>
            <a:gdLst/>
            <a:ahLst/>
            <a:rect l="0" t="0" r="r" b="b"/>
            <a:pathLst>
              <a:path w="94" h="93">
                <a:moveTo>
                  <a:pt x="0" y="46"/>
                </a:moveTo>
                <a:cubicBezTo>
                  <a:pt x="0" y="-15"/>
                  <a:pt x="94" y="-15"/>
                  <a:pt x="94" y="46"/>
                </a:cubicBezTo>
                <a:cubicBezTo>
                  <a:pt x="94" y="109"/>
                  <a:pt x="0" y="109"/>
                  <a:pt x="0" y="46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3" name=""/>
          <p:cNvSpPr/>
          <p:nvPr/>
        </p:nvSpPr>
        <p:spPr>
          <a:xfrm>
            <a:off x="777240" y="2712600"/>
            <a:ext cx="33840" cy="33480"/>
          </a:xfrm>
          <a:custGeom>
            <a:avLst/>
            <a:gdLst/>
            <a:ahLst/>
            <a:rect l="0" t="0" r="r" b="b"/>
            <a:pathLst>
              <a:path fill="none" w="94" h="93">
                <a:moveTo>
                  <a:pt x="94" y="46"/>
                </a:moveTo>
                <a:cubicBezTo>
                  <a:pt x="94" y="109"/>
                  <a:pt x="0" y="109"/>
                  <a:pt x="0" y="46"/>
                </a:cubicBezTo>
                <a:cubicBezTo>
                  <a:pt x="0" y="-15"/>
                  <a:pt x="94" y="-15"/>
                  <a:pt x="94" y="46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4" name=""/>
          <p:cNvSpPr/>
          <p:nvPr/>
        </p:nvSpPr>
        <p:spPr>
          <a:xfrm>
            <a:off x="813240" y="3033720"/>
            <a:ext cx="33840" cy="34200"/>
          </a:xfrm>
          <a:custGeom>
            <a:avLst/>
            <a:gdLst/>
            <a:ahLst/>
            <a:rect l="0" t="0" r="r" b="b"/>
            <a:pathLst>
              <a:path w="94" h="95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5" name=""/>
          <p:cNvSpPr/>
          <p:nvPr/>
        </p:nvSpPr>
        <p:spPr>
          <a:xfrm>
            <a:off x="813240" y="3033720"/>
            <a:ext cx="33840" cy="34200"/>
          </a:xfrm>
          <a:custGeom>
            <a:avLst/>
            <a:gdLst/>
            <a:ahLst/>
            <a:rect l="0" t="0" r="r" b="b"/>
            <a:pathLst>
              <a:path fill="none" w="94" h="95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6" name=""/>
          <p:cNvSpPr/>
          <p:nvPr/>
        </p:nvSpPr>
        <p:spPr>
          <a:xfrm>
            <a:off x="855720" y="272556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09"/>
                  <a:pt x="0" y="109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7" name=""/>
          <p:cNvSpPr/>
          <p:nvPr/>
        </p:nvSpPr>
        <p:spPr>
          <a:xfrm>
            <a:off x="855720" y="272556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09"/>
                  <a:pt x="0" y="109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8" name=""/>
          <p:cNvSpPr/>
          <p:nvPr/>
        </p:nvSpPr>
        <p:spPr>
          <a:xfrm>
            <a:off x="776880" y="2914920"/>
            <a:ext cx="33840" cy="33480"/>
          </a:xfrm>
          <a:custGeom>
            <a:avLst/>
            <a:gdLst/>
            <a:ahLst/>
            <a:rect l="0" t="0" r="r" b="b"/>
            <a:pathLst>
              <a:path w="94" h="93">
                <a:moveTo>
                  <a:pt x="0" y="47"/>
                </a:moveTo>
                <a:cubicBezTo>
                  <a:pt x="0" y="-15"/>
                  <a:pt x="94" y="-15"/>
                  <a:pt x="94" y="47"/>
                </a:cubicBezTo>
                <a:cubicBezTo>
                  <a:pt x="94" y="109"/>
                  <a:pt x="0" y="109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9" name=""/>
          <p:cNvSpPr/>
          <p:nvPr/>
        </p:nvSpPr>
        <p:spPr>
          <a:xfrm>
            <a:off x="776880" y="2914920"/>
            <a:ext cx="33840" cy="33480"/>
          </a:xfrm>
          <a:custGeom>
            <a:avLst/>
            <a:gdLst/>
            <a:ahLst/>
            <a:rect l="0" t="0" r="r" b="b"/>
            <a:pathLst>
              <a:path fill="none" w="94" h="93">
                <a:moveTo>
                  <a:pt x="94" y="47"/>
                </a:moveTo>
                <a:cubicBezTo>
                  <a:pt x="94" y="109"/>
                  <a:pt x="0" y="109"/>
                  <a:pt x="0" y="47"/>
                </a:cubicBezTo>
                <a:cubicBezTo>
                  <a:pt x="0" y="-15"/>
                  <a:pt x="94" y="-15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0" name=""/>
          <p:cNvSpPr/>
          <p:nvPr/>
        </p:nvSpPr>
        <p:spPr>
          <a:xfrm>
            <a:off x="822600" y="2765880"/>
            <a:ext cx="33840" cy="34200"/>
          </a:xfrm>
          <a:custGeom>
            <a:avLst/>
            <a:gdLst/>
            <a:ahLst/>
            <a:rect l="0" t="0" r="r" b="b"/>
            <a:pathLst>
              <a:path w="94" h="95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41" name=""/>
          <p:cNvSpPr/>
          <p:nvPr/>
        </p:nvSpPr>
        <p:spPr>
          <a:xfrm>
            <a:off x="822600" y="2765880"/>
            <a:ext cx="33840" cy="34200"/>
          </a:xfrm>
          <a:custGeom>
            <a:avLst/>
            <a:gdLst/>
            <a:ahLst/>
            <a:rect l="0" t="0" r="r" b="b"/>
            <a:pathLst>
              <a:path fill="none" w="94" h="95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2" name=""/>
          <p:cNvSpPr/>
          <p:nvPr/>
        </p:nvSpPr>
        <p:spPr>
          <a:xfrm>
            <a:off x="803520" y="281196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5"/>
                  <a:pt x="94" y="-15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43" name=""/>
          <p:cNvSpPr/>
          <p:nvPr/>
        </p:nvSpPr>
        <p:spPr>
          <a:xfrm>
            <a:off x="803520" y="281196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5"/>
                  <a:pt x="94" y="-15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4" name=""/>
          <p:cNvSpPr/>
          <p:nvPr/>
        </p:nvSpPr>
        <p:spPr>
          <a:xfrm>
            <a:off x="785520" y="2773080"/>
            <a:ext cx="33480" cy="33840"/>
          </a:xfrm>
          <a:custGeom>
            <a:avLst/>
            <a:gdLst/>
            <a:ahLst/>
            <a:rect l="0" t="0" r="r" b="b"/>
            <a:pathLst>
              <a:path w="93" h="94">
                <a:moveTo>
                  <a:pt x="0" y="47"/>
                </a:moveTo>
                <a:cubicBezTo>
                  <a:pt x="0" y="-15"/>
                  <a:pt x="93" y="-15"/>
                  <a:pt x="93" y="47"/>
                </a:cubicBezTo>
                <a:cubicBezTo>
                  <a:pt x="93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45" name=""/>
          <p:cNvSpPr/>
          <p:nvPr/>
        </p:nvSpPr>
        <p:spPr>
          <a:xfrm>
            <a:off x="785520" y="2773080"/>
            <a:ext cx="33480" cy="33840"/>
          </a:xfrm>
          <a:custGeom>
            <a:avLst/>
            <a:gdLst/>
            <a:ahLst/>
            <a:rect l="0" t="0" r="r" b="b"/>
            <a:pathLst>
              <a:path fill="none" w="93" h="94">
                <a:moveTo>
                  <a:pt x="93" y="47"/>
                </a:moveTo>
                <a:cubicBezTo>
                  <a:pt x="93" y="110"/>
                  <a:pt x="0" y="110"/>
                  <a:pt x="0" y="47"/>
                </a:cubicBezTo>
                <a:cubicBezTo>
                  <a:pt x="0" y="-15"/>
                  <a:pt x="93" y="-15"/>
                  <a:pt x="93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6" name=""/>
          <p:cNvSpPr/>
          <p:nvPr/>
        </p:nvSpPr>
        <p:spPr>
          <a:xfrm>
            <a:off x="744120" y="2748600"/>
            <a:ext cx="33840" cy="33480"/>
          </a:xfrm>
          <a:custGeom>
            <a:avLst/>
            <a:gdLst/>
            <a:ahLst/>
            <a:rect l="0" t="0" r="r" b="b"/>
            <a:pathLst>
              <a:path w="94" h="93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08"/>
                  <a:pt x="0" y="108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47" name=""/>
          <p:cNvSpPr/>
          <p:nvPr/>
        </p:nvSpPr>
        <p:spPr>
          <a:xfrm>
            <a:off x="744120" y="2748600"/>
            <a:ext cx="33840" cy="33480"/>
          </a:xfrm>
          <a:custGeom>
            <a:avLst/>
            <a:gdLst/>
            <a:ahLst/>
            <a:rect l="0" t="0" r="r" b="b"/>
            <a:pathLst>
              <a:path fill="none" w="94" h="93">
                <a:moveTo>
                  <a:pt x="94" y="47"/>
                </a:moveTo>
                <a:cubicBezTo>
                  <a:pt x="94" y="108"/>
                  <a:pt x="0" y="108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8" name=""/>
          <p:cNvSpPr/>
          <p:nvPr/>
        </p:nvSpPr>
        <p:spPr>
          <a:xfrm>
            <a:off x="807840" y="277920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5"/>
                  <a:pt x="94" y="-15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49" name=""/>
          <p:cNvSpPr/>
          <p:nvPr/>
        </p:nvSpPr>
        <p:spPr>
          <a:xfrm>
            <a:off x="807840" y="277920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5"/>
                  <a:pt x="94" y="-15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0" name=""/>
          <p:cNvSpPr/>
          <p:nvPr/>
        </p:nvSpPr>
        <p:spPr>
          <a:xfrm>
            <a:off x="843480" y="274320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5"/>
                  <a:pt x="94" y="-15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51" name=""/>
          <p:cNvSpPr/>
          <p:nvPr/>
        </p:nvSpPr>
        <p:spPr>
          <a:xfrm>
            <a:off x="843480" y="274320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5"/>
                  <a:pt x="94" y="-15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2" name=""/>
          <p:cNvSpPr txBox="1"/>
          <p:nvPr/>
        </p:nvSpPr>
        <p:spPr>
          <a:xfrm>
            <a:off x="2840760" y="12600"/>
            <a:ext cx="1011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b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3" name=""/>
          <p:cNvSpPr txBox="1"/>
          <p:nvPr/>
        </p:nvSpPr>
        <p:spPr>
          <a:xfrm>
            <a:off x="1859760" y="2340000"/>
            <a:ext cx="2793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ρ = 0.16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4" name=""/>
          <p:cNvSpPr txBox="1"/>
          <p:nvPr/>
        </p:nvSpPr>
        <p:spPr>
          <a:xfrm>
            <a:off x="1542240" y="2431440"/>
            <a:ext cx="6361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23% agree on sign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5" name=""/>
          <p:cNvSpPr/>
          <p:nvPr/>
        </p:nvSpPr>
        <p:spPr>
          <a:xfrm>
            <a:off x="435960" y="3264120"/>
            <a:ext cx="1802880" cy="884520"/>
          </a:xfrm>
          <a:custGeom>
            <a:avLst/>
            <a:gdLst/>
            <a:ahLst/>
            <a:rect l="0" t="0" r="r" b="b"/>
            <a:pathLst>
              <a:path w="5008" h="2457">
                <a:moveTo>
                  <a:pt x="0" y="0"/>
                </a:moveTo>
                <a:lnTo>
                  <a:pt x="5008" y="0"/>
                </a:lnTo>
                <a:lnTo>
                  <a:pt x="5008" y="2457"/>
                </a:lnTo>
                <a:lnTo>
                  <a:pt x="0" y="24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6" name=""/>
          <p:cNvSpPr/>
          <p:nvPr/>
        </p:nvSpPr>
        <p:spPr>
          <a:xfrm>
            <a:off x="435960" y="3693600"/>
            <a:ext cx="1802520" cy="0"/>
          </a:xfrm>
          <a:prstGeom prst="line">
            <a:avLst/>
          </a:prstGeom>
          <a:ln w="7920">
            <a:solidFill>
              <a:srgbClr val="9A9A9A"/>
            </a:solidFill>
            <a:custDash>
              <a:ds d="118182" sp="359091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7" name=""/>
          <p:cNvSpPr/>
          <p:nvPr/>
        </p:nvSpPr>
        <p:spPr>
          <a:xfrm flipV="1">
            <a:off x="783000" y="3264120"/>
            <a:ext cx="0" cy="884160"/>
          </a:xfrm>
          <a:prstGeom prst="line">
            <a:avLst/>
          </a:prstGeom>
          <a:ln w="7920">
            <a:solidFill>
              <a:srgbClr val="9A9A9A"/>
            </a:solidFill>
            <a:custDash>
              <a:ds d="118182" sp="359091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8" name=""/>
          <p:cNvSpPr/>
          <p:nvPr/>
        </p:nvSpPr>
        <p:spPr>
          <a:xfrm flipV="1">
            <a:off x="435960" y="3264120"/>
            <a:ext cx="927360" cy="686880"/>
          </a:xfrm>
          <a:prstGeom prst="line">
            <a:avLst/>
          </a:prstGeom>
          <a:ln w="6480">
            <a:solidFill>
              <a:srgbClr val="9A9A9A"/>
            </a:solidFill>
            <a:custDash>
              <a:ds d="583333" sp="583333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9" name=""/>
          <p:cNvSpPr/>
          <p:nvPr/>
        </p:nvSpPr>
        <p:spPr>
          <a:xfrm>
            <a:off x="806760" y="376560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5"/>
                  <a:pt x="94" y="-15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60" name=""/>
          <p:cNvSpPr/>
          <p:nvPr/>
        </p:nvSpPr>
        <p:spPr>
          <a:xfrm>
            <a:off x="806760" y="376560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5"/>
                  <a:pt x="94" y="-15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1" name=""/>
          <p:cNvSpPr/>
          <p:nvPr/>
        </p:nvSpPr>
        <p:spPr>
          <a:xfrm>
            <a:off x="892440" y="373392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5"/>
                  <a:pt x="94" y="-15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62" name=""/>
          <p:cNvSpPr/>
          <p:nvPr/>
        </p:nvSpPr>
        <p:spPr>
          <a:xfrm>
            <a:off x="892440" y="373392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5"/>
                  <a:pt x="94" y="-15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3" name=""/>
          <p:cNvSpPr/>
          <p:nvPr/>
        </p:nvSpPr>
        <p:spPr>
          <a:xfrm>
            <a:off x="813600" y="3890160"/>
            <a:ext cx="33840" cy="34200"/>
          </a:xfrm>
          <a:custGeom>
            <a:avLst/>
            <a:gdLst/>
            <a:ahLst/>
            <a:rect l="0" t="0" r="r" b="b"/>
            <a:pathLst>
              <a:path w="94" h="95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64" name=""/>
          <p:cNvSpPr/>
          <p:nvPr/>
        </p:nvSpPr>
        <p:spPr>
          <a:xfrm>
            <a:off x="813600" y="3890160"/>
            <a:ext cx="33840" cy="34200"/>
          </a:xfrm>
          <a:custGeom>
            <a:avLst/>
            <a:gdLst/>
            <a:ahLst/>
            <a:rect l="0" t="0" r="r" b="b"/>
            <a:pathLst>
              <a:path fill="none" w="94" h="95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5" name=""/>
          <p:cNvSpPr/>
          <p:nvPr/>
        </p:nvSpPr>
        <p:spPr>
          <a:xfrm>
            <a:off x="881280" y="379944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5"/>
                  <a:pt x="94" y="-15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66" name=""/>
          <p:cNvSpPr/>
          <p:nvPr/>
        </p:nvSpPr>
        <p:spPr>
          <a:xfrm>
            <a:off x="881280" y="379944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5"/>
                  <a:pt x="94" y="-15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7" name=""/>
          <p:cNvSpPr/>
          <p:nvPr/>
        </p:nvSpPr>
        <p:spPr>
          <a:xfrm>
            <a:off x="781560" y="377460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5"/>
                  <a:pt x="94" y="-15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68" name=""/>
          <p:cNvSpPr/>
          <p:nvPr/>
        </p:nvSpPr>
        <p:spPr>
          <a:xfrm>
            <a:off x="781560" y="377460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5"/>
                  <a:pt x="94" y="-15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9" name=""/>
          <p:cNvSpPr/>
          <p:nvPr/>
        </p:nvSpPr>
        <p:spPr>
          <a:xfrm>
            <a:off x="909720" y="3790080"/>
            <a:ext cx="33480" cy="34200"/>
          </a:xfrm>
          <a:custGeom>
            <a:avLst/>
            <a:gdLst/>
            <a:ahLst/>
            <a:rect l="0" t="0" r="r" b="b"/>
            <a:pathLst>
              <a:path w="93" h="95">
                <a:moveTo>
                  <a:pt x="0" y="47"/>
                </a:moveTo>
                <a:cubicBezTo>
                  <a:pt x="0" y="-16"/>
                  <a:pt x="93" y="-16"/>
                  <a:pt x="93" y="47"/>
                </a:cubicBezTo>
                <a:cubicBezTo>
                  <a:pt x="93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0" name=""/>
          <p:cNvSpPr/>
          <p:nvPr/>
        </p:nvSpPr>
        <p:spPr>
          <a:xfrm>
            <a:off x="909720" y="3790080"/>
            <a:ext cx="33480" cy="34200"/>
          </a:xfrm>
          <a:custGeom>
            <a:avLst/>
            <a:gdLst/>
            <a:ahLst/>
            <a:rect l="0" t="0" r="r" b="b"/>
            <a:pathLst>
              <a:path fill="none" w="93" h="95">
                <a:moveTo>
                  <a:pt x="93" y="47"/>
                </a:moveTo>
                <a:cubicBezTo>
                  <a:pt x="93" y="110"/>
                  <a:pt x="0" y="110"/>
                  <a:pt x="0" y="47"/>
                </a:cubicBezTo>
                <a:cubicBezTo>
                  <a:pt x="0" y="-16"/>
                  <a:pt x="93" y="-16"/>
                  <a:pt x="93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1" name=""/>
          <p:cNvSpPr/>
          <p:nvPr/>
        </p:nvSpPr>
        <p:spPr>
          <a:xfrm>
            <a:off x="867600" y="381420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09"/>
                  <a:pt x="0" y="109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2" name=""/>
          <p:cNvSpPr/>
          <p:nvPr/>
        </p:nvSpPr>
        <p:spPr>
          <a:xfrm>
            <a:off x="867600" y="381420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09"/>
                  <a:pt x="0" y="109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3" name=""/>
          <p:cNvSpPr/>
          <p:nvPr/>
        </p:nvSpPr>
        <p:spPr>
          <a:xfrm>
            <a:off x="834840" y="3730680"/>
            <a:ext cx="33840" cy="34200"/>
          </a:xfrm>
          <a:custGeom>
            <a:avLst/>
            <a:gdLst/>
            <a:ahLst/>
            <a:rect l="0" t="0" r="r" b="b"/>
            <a:pathLst>
              <a:path w="94" h="95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4" name=""/>
          <p:cNvSpPr/>
          <p:nvPr/>
        </p:nvSpPr>
        <p:spPr>
          <a:xfrm>
            <a:off x="834840" y="3730680"/>
            <a:ext cx="33840" cy="34200"/>
          </a:xfrm>
          <a:custGeom>
            <a:avLst/>
            <a:gdLst/>
            <a:ahLst/>
            <a:rect l="0" t="0" r="r" b="b"/>
            <a:pathLst>
              <a:path fill="none" w="94" h="95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5" name=""/>
          <p:cNvSpPr/>
          <p:nvPr/>
        </p:nvSpPr>
        <p:spPr>
          <a:xfrm>
            <a:off x="896400" y="376488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5"/>
                  <a:pt x="94" y="-15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6" name=""/>
          <p:cNvSpPr/>
          <p:nvPr/>
        </p:nvSpPr>
        <p:spPr>
          <a:xfrm>
            <a:off x="896400" y="376488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5"/>
                  <a:pt x="94" y="-15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7" name=""/>
          <p:cNvSpPr/>
          <p:nvPr/>
        </p:nvSpPr>
        <p:spPr>
          <a:xfrm>
            <a:off x="815760" y="3825000"/>
            <a:ext cx="33840" cy="34200"/>
          </a:xfrm>
          <a:custGeom>
            <a:avLst/>
            <a:gdLst/>
            <a:ahLst/>
            <a:rect l="0" t="0" r="r" b="b"/>
            <a:pathLst>
              <a:path w="94" h="95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8" name=""/>
          <p:cNvSpPr/>
          <p:nvPr/>
        </p:nvSpPr>
        <p:spPr>
          <a:xfrm>
            <a:off x="815760" y="3825000"/>
            <a:ext cx="33840" cy="34200"/>
          </a:xfrm>
          <a:custGeom>
            <a:avLst/>
            <a:gdLst/>
            <a:ahLst/>
            <a:rect l="0" t="0" r="r" b="b"/>
            <a:pathLst>
              <a:path fill="none" w="94" h="95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9" name=""/>
          <p:cNvSpPr/>
          <p:nvPr/>
        </p:nvSpPr>
        <p:spPr>
          <a:xfrm>
            <a:off x="824400" y="367308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5"/>
                  <a:pt x="94" y="-15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0" name=""/>
          <p:cNvSpPr/>
          <p:nvPr/>
        </p:nvSpPr>
        <p:spPr>
          <a:xfrm>
            <a:off x="824400" y="367308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5"/>
                  <a:pt x="94" y="-15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1" name=""/>
          <p:cNvSpPr/>
          <p:nvPr/>
        </p:nvSpPr>
        <p:spPr>
          <a:xfrm>
            <a:off x="811080" y="3713040"/>
            <a:ext cx="34200" cy="33480"/>
          </a:xfrm>
          <a:custGeom>
            <a:avLst/>
            <a:gdLst/>
            <a:ahLst/>
            <a:rect l="0" t="0" r="r" b="b"/>
            <a:pathLst>
              <a:path w="95" h="93">
                <a:moveTo>
                  <a:pt x="0" y="47"/>
                </a:moveTo>
                <a:cubicBezTo>
                  <a:pt x="0" y="-16"/>
                  <a:pt x="95" y="-16"/>
                  <a:pt x="95" y="47"/>
                </a:cubicBezTo>
                <a:cubicBezTo>
                  <a:pt x="95" y="108"/>
                  <a:pt x="0" y="108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2" name=""/>
          <p:cNvSpPr/>
          <p:nvPr/>
        </p:nvSpPr>
        <p:spPr>
          <a:xfrm>
            <a:off x="811080" y="3713040"/>
            <a:ext cx="34200" cy="33480"/>
          </a:xfrm>
          <a:custGeom>
            <a:avLst/>
            <a:gdLst/>
            <a:ahLst/>
            <a:rect l="0" t="0" r="r" b="b"/>
            <a:pathLst>
              <a:path fill="none" w="95" h="93">
                <a:moveTo>
                  <a:pt x="95" y="47"/>
                </a:moveTo>
                <a:cubicBezTo>
                  <a:pt x="95" y="108"/>
                  <a:pt x="0" y="108"/>
                  <a:pt x="0" y="47"/>
                </a:cubicBezTo>
                <a:cubicBezTo>
                  <a:pt x="0" y="-16"/>
                  <a:pt x="95" y="-16"/>
                  <a:pt x="95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3" name=""/>
          <p:cNvSpPr/>
          <p:nvPr/>
        </p:nvSpPr>
        <p:spPr>
          <a:xfrm>
            <a:off x="825840" y="368460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09"/>
                  <a:pt x="0" y="109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4" name=""/>
          <p:cNvSpPr/>
          <p:nvPr/>
        </p:nvSpPr>
        <p:spPr>
          <a:xfrm>
            <a:off x="825840" y="368460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09"/>
                  <a:pt x="0" y="109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5" name=""/>
          <p:cNvSpPr/>
          <p:nvPr/>
        </p:nvSpPr>
        <p:spPr>
          <a:xfrm>
            <a:off x="834480" y="377712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09"/>
                  <a:pt x="0" y="109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6" name=""/>
          <p:cNvSpPr/>
          <p:nvPr/>
        </p:nvSpPr>
        <p:spPr>
          <a:xfrm>
            <a:off x="834480" y="377712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09"/>
                  <a:pt x="0" y="109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7" name=""/>
          <p:cNvSpPr/>
          <p:nvPr/>
        </p:nvSpPr>
        <p:spPr>
          <a:xfrm>
            <a:off x="762480" y="3901680"/>
            <a:ext cx="33480" cy="33840"/>
          </a:xfrm>
          <a:custGeom>
            <a:avLst/>
            <a:gdLst/>
            <a:ahLst/>
            <a:rect l="0" t="0" r="r" b="b"/>
            <a:pathLst>
              <a:path w="93" h="94">
                <a:moveTo>
                  <a:pt x="0" y="47"/>
                </a:moveTo>
                <a:cubicBezTo>
                  <a:pt x="0" y="-15"/>
                  <a:pt x="93" y="-15"/>
                  <a:pt x="93" y="47"/>
                </a:cubicBezTo>
                <a:cubicBezTo>
                  <a:pt x="93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88" name=""/>
          <p:cNvSpPr/>
          <p:nvPr/>
        </p:nvSpPr>
        <p:spPr>
          <a:xfrm>
            <a:off x="762480" y="3901680"/>
            <a:ext cx="33480" cy="33840"/>
          </a:xfrm>
          <a:custGeom>
            <a:avLst/>
            <a:gdLst/>
            <a:ahLst/>
            <a:rect l="0" t="0" r="r" b="b"/>
            <a:pathLst>
              <a:path fill="none" w="93" h="94">
                <a:moveTo>
                  <a:pt x="93" y="47"/>
                </a:moveTo>
                <a:cubicBezTo>
                  <a:pt x="93" y="110"/>
                  <a:pt x="0" y="110"/>
                  <a:pt x="0" y="47"/>
                </a:cubicBezTo>
                <a:cubicBezTo>
                  <a:pt x="0" y="-15"/>
                  <a:pt x="93" y="-15"/>
                  <a:pt x="93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9" name=""/>
          <p:cNvSpPr/>
          <p:nvPr/>
        </p:nvSpPr>
        <p:spPr>
          <a:xfrm>
            <a:off x="888120" y="3696480"/>
            <a:ext cx="33840" cy="34200"/>
          </a:xfrm>
          <a:custGeom>
            <a:avLst/>
            <a:gdLst/>
            <a:ahLst/>
            <a:rect l="0" t="0" r="r" b="b"/>
            <a:pathLst>
              <a:path w="94" h="95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0" name=""/>
          <p:cNvSpPr/>
          <p:nvPr/>
        </p:nvSpPr>
        <p:spPr>
          <a:xfrm>
            <a:off x="888120" y="3696480"/>
            <a:ext cx="33840" cy="34200"/>
          </a:xfrm>
          <a:custGeom>
            <a:avLst/>
            <a:gdLst/>
            <a:ahLst/>
            <a:rect l="0" t="0" r="r" b="b"/>
            <a:pathLst>
              <a:path fill="none" w="94" h="95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1" name=""/>
          <p:cNvSpPr/>
          <p:nvPr/>
        </p:nvSpPr>
        <p:spPr>
          <a:xfrm>
            <a:off x="822240" y="3689640"/>
            <a:ext cx="33480" cy="34200"/>
          </a:xfrm>
          <a:custGeom>
            <a:avLst/>
            <a:gdLst/>
            <a:ahLst/>
            <a:rect l="0" t="0" r="r" b="b"/>
            <a:pathLst>
              <a:path w="93" h="95">
                <a:moveTo>
                  <a:pt x="0" y="47"/>
                </a:moveTo>
                <a:cubicBezTo>
                  <a:pt x="0" y="-16"/>
                  <a:pt x="93" y="-16"/>
                  <a:pt x="93" y="47"/>
                </a:cubicBezTo>
                <a:cubicBezTo>
                  <a:pt x="93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2" name=""/>
          <p:cNvSpPr/>
          <p:nvPr/>
        </p:nvSpPr>
        <p:spPr>
          <a:xfrm>
            <a:off x="822240" y="3689640"/>
            <a:ext cx="33480" cy="34200"/>
          </a:xfrm>
          <a:custGeom>
            <a:avLst/>
            <a:gdLst/>
            <a:ahLst/>
            <a:rect l="0" t="0" r="r" b="b"/>
            <a:pathLst>
              <a:path fill="none" w="93" h="95">
                <a:moveTo>
                  <a:pt x="93" y="47"/>
                </a:moveTo>
                <a:cubicBezTo>
                  <a:pt x="93" y="110"/>
                  <a:pt x="0" y="110"/>
                  <a:pt x="0" y="47"/>
                </a:cubicBezTo>
                <a:cubicBezTo>
                  <a:pt x="0" y="-16"/>
                  <a:pt x="93" y="-16"/>
                  <a:pt x="93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3" name=""/>
          <p:cNvSpPr/>
          <p:nvPr/>
        </p:nvSpPr>
        <p:spPr>
          <a:xfrm>
            <a:off x="810360" y="366984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5"/>
                  <a:pt x="94" y="-15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4" name=""/>
          <p:cNvSpPr/>
          <p:nvPr/>
        </p:nvSpPr>
        <p:spPr>
          <a:xfrm>
            <a:off x="810360" y="366984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5"/>
                  <a:pt x="94" y="-15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5" name=""/>
          <p:cNvSpPr/>
          <p:nvPr/>
        </p:nvSpPr>
        <p:spPr>
          <a:xfrm>
            <a:off x="792360" y="3961800"/>
            <a:ext cx="33480" cy="34200"/>
          </a:xfrm>
          <a:custGeom>
            <a:avLst/>
            <a:gdLst/>
            <a:ahLst/>
            <a:rect l="0" t="0" r="r" b="b"/>
            <a:pathLst>
              <a:path w="93" h="95">
                <a:moveTo>
                  <a:pt x="0" y="47"/>
                </a:moveTo>
                <a:cubicBezTo>
                  <a:pt x="0" y="-16"/>
                  <a:pt x="93" y="-16"/>
                  <a:pt x="93" y="47"/>
                </a:cubicBezTo>
                <a:cubicBezTo>
                  <a:pt x="93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6" name=""/>
          <p:cNvSpPr/>
          <p:nvPr/>
        </p:nvSpPr>
        <p:spPr>
          <a:xfrm>
            <a:off x="792360" y="3961800"/>
            <a:ext cx="33480" cy="34200"/>
          </a:xfrm>
          <a:custGeom>
            <a:avLst/>
            <a:gdLst/>
            <a:ahLst/>
            <a:rect l="0" t="0" r="r" b="b"/>
            <a:pathLst>
              <a:path fill="none" w="93" h="95">
                <a:moveTo>
                  <a:pt x="93" y="47"/>
                </a:moveTo>
                <a:cubicBezTo>
                  <a:pt x="93" y="110"/>
                  <a:pt x="0" y="110"/>
                  <a:pt x="0" y="47"/>
                </a:cubicBezTo>
                <a:cubicBezTo>
                  <a:pt x="0" y="-16"/>
                  <a:pt x="93" y="-16"/>
                  <a:pt x="93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7" name=""/>
          <p:cNvSpPr/>
          <p:nvPr/>
        </p:nvSpPr>
        <p:spPr>
          <a:xfrm>
            <a:off x="798840" y="371340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09"/>
                  <a:pt x="0" y="109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8" name=""/>
          <p:cNvSpPr/>
          <p:nvPr/>
        </p:nvSpPr>
        <p:spPr>
          <a:xfrm>
            <a:off x="798840" y="371340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09"/>
                  <a:pt x="0" y="109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9" name=""/>
          <p:cNvSpPr/>
          <p:nvPr/>
        </p:nvSpPr>
        <p:spPr>
          <a:xfrm>
            <a:off x="825120" y="373464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5"/>
                  <a:pt x="94" y="-15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00" name=""/>
          <p:cNvSpPr/>
          <p:nvPr/>
        </p:nvSpPr>
        <p:spPr>
          <a:xfrm>
            <a:off x="825120" y="373464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5"/>
                  <a:pt x="94" y="-15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1" name=""/>
          <p:cNvSpPr/>
          <p:nvPr/>
        </p:nvSpPr>
        <p:spPr>
          <a:xfrm>
            <a:off x="787320" y="3765240"/>
            <a:ext cx="33840" cy="33480"/>
          </a:xfrm>
          <a:custGeom>
            <a:avLst/>
            <a:gdLst/>
            <a:ahLst/>
            <a:rect l="0" t="0" r="r" b="b"/>
            <a:pathLst>
              <a:path w="94" h="93">
                <a:moveTo>
                  <a:pt x="0" y="47"/>
                </a:moveTo>
                <a:cubicBezTo>
                  <a:pt x="0" y="-15"/>
                  <a:pt x="94" y="-15"/>
                  <a:pt x="94" y="47"/>
                </a:cubicBezTo>
                <a:cubicBezTo>
                  <a:pt x="94" y="109"/>
                  <a:pt x="0" y="109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02" name=""/>
          <p:cNvSpPr/>
          <p:nvPr/>
        </p:nvSpPr>
        <p:spPr>
          <a:xfrm>
            <a:off x="787320" y="3765240"/>
            <a:ext cx="33840" cy="33480"/>
          </a:xfrm>
          <a:custGeom>
            <a:avLst/>
            <a:gdLst/>
            <a:ahLst/>
            <a:rect l="0" t="0" r="r" b="b"/>
            <a:pathLst>
              <a:path fill="none" w="94" h="93">
                <a:moveTo>
                  <a:pt x="94" y="47"/>
                </a:moveTo>
                <a:cubicBezTo>
                  <a:pt x="94" y="109"/>
                  <a:pt x="0" y="109"/>
                  <a:pt x="0" y="47"/>
                </a:cubicBezTo>
                <a:cubicBezTo>
                  <a:pt x="0" y="-15"/>
                  <a:pt x="94" y="-15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3" name=""/>
          <p:cNvSpPr/>
          <p:nvPr/>
        </p:nvSpPr>
        <p:spPr>
          <a:xfrm>
            <a:off x="839160" y="3976560"/>
            <a:ext cx="33840" cy="33480"/>
          </a:xfrm>
          <a:custGeom>
            <a:avLst/>
            <a:gdLst/>
            <a:ahLst/>
            <a:rect l="0" t="0" r="r" b="b"/>
            <a:pathLst>
              <a:path w="94" h="93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08"/>
                  <a:pt x="0" y="108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04" name=""/>
          <p:cNvSpPr/>
          <p:nvPr/>
        </p:nvSpPr>
        <p:spPr>
          <a:xfrm>
            <a:off x="839160" y="3976560"/>
            <a:ext cx="33840" cy="33480"/>
          </a:xfrm>
          <a:custGeom>
            <a:avLst/>
            <a:gdLst/>
            <a:ahLst/>
            <a:rect l="0" t="0" r="r" b="b"/>
            <a:pathLst>
              <a:path fill="none" w="94" h="93">
                <a:moveTo>
                  <a:pt x="94" y="47"/>
                </a:moveTo>
                <a:cubicBezTo>
                  <a:pt x="94" y="108"/>
                  <a:pt x="0" y="108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5" name=""/>
          <p:cNvSpPr/>
          <p:nvPr/>
        </p:nvSpPr>
        <p:spPr>
          <a:xfrm>
            <a:off x="885960" y="370044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5"/>
                  <a:pt x="94" y="-15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06" name=""/>
          <p:cNvSpPr/>
          <p:nvPr/>
        </p:nvSpPr>
        <p:spPr>
          <a:xfrm>
            <a:off x="885960" y="370044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5"/>
                  <a:pt x="94" y="-15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7" name=""/>
          <p:cNvSpPr/>
          <p:nvPr/>
        </p:nvSpPr>
        <p:spPr>
          <a:xfrm>
            <a:off x="789120" y="387288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5"/>
                  <a:pt x="94" y="-15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08" name=""/>
          <p:cNvSpPr/>
          <p:nvPr/>
        </p:nvSpPr>
        <p:spPr>
          <a:xfrm>
            <a:off x="789120" y="387288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5"/>
                  <a:pt x="94" y="-15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9" name=""/>
          <p:cNvSpPr/>
          <p:nvPr/>
        </p:nvSpPr>
        <p:spPr>
          <a:xfrm>
            <a:off x="860760" y="3712320"/>
            <a:ext cx="33480" cy="33840"/>
          </a:xfrm>
          <a:custGeom>
            <a:avLst/>
            <a:gdLst/>
            <a:ahLst/>
            <a:rect l="0" t="0" r="r" b="b"/>
            <a:pathLst>
              <a:path w="93" h="94">
                <a:moveTo>
                  <a:pt x="0" y="47"/>
                </a:moveTo>
                <a:cubicBezTo>
                  <a:pt x="0" y="-16"/>
                  <a:pt x="93" y="-16"/>
                  <a:pt x="93" y="47"/>
                </a:cubicBezTo>
                <a:cubicBezTo>
                  <a:pt x="93" y="109"/>
                  <a:pt x="0" y="109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10" name=""/>
          <p:cNvSpPr/>
          <p:nvPr/>
        </p:nvSpPr>
        <p:spPr>
          <a:xfrm>
            <a:off x="860760" y="3712320"/>
            <a:ext cx="33480" cy="33840"/>
          </a:xfrm>
          <a:custGeom>
            <a:avLst/>
            <a:gdLst/>
            <a:ahLst/>
            <a:rect l="0" t="0" r="r" b="b"/>
            <a:pathLst>
              <a:path fill="none" w="93" h="94">
                <a:moveTo>
                  <a:pt x="93" y="47"/>
                </a:moveTo>
                <a:cubicBezTo>
                  <a:pt x="93" y="109"/>
                  <a:pt x="0" y="109"/>
                  <a:pt x="0" y="47"/>
                </a:cubicBezTo>
                <a:cubicBezTo>
                  <a:pt x="0" y="-16"/>
                  <a:pt x="93" y="-16"/>
                  <a:pt x="93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1" name=""/>
          <p:cNvSpPr/>
          <p:nvPr/>
        </p:nvSpPr>
        <p:spPr>
          <a:xfrm>
            <a:off x="820440" y="377676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09"/>
                  <a:pt x="0" y="109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12" name=""/>
          <p:cNvSpPr/>
          <p:nvPr/>
        </p:nvSpPr>
        <p:spPr>
          <a:xfrm>
            <a:off x="820440" y="377676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09"/>
                  <a:pt x="0" y="109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3" name=""/>
          <p:cNvSpPr/>
          <p:nvPr/>
        </p:nvSpPr>
        <p:spPr>
          <a:xfrm>
            <a:off x="726840" y="3701160"/>
            <a:ext cx="33480" cy="33480"/>
          </a:xfrm>
          <a:custGeom>
            <a:avLst/>
            <a:gdLst/>
            <a:ahLst/>
            <a:rect l="0" t="0" r="r" b="b"/>
            <a:pathLst>
              <a:path w="93" h="93">
                <a:moveTo>
                  <a:pt x="0" y="46"/>
                </a:moveTo>
                <a:cubicBezTo>
                  <a:pt x="0" y="-15"/>
                  <a:pt x="93" y="-15"/>
                  <a:pt x="93" y="46"/>
                </a:cubicBezTo>
                <a:cubicBezTo>
                  <a:pt x="93" y="109"/>
                  <a:pt x="0" y="109"/>
                  <a:pt x="0" y="46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14" name=""/>
          <p:cNvSpPr/>
          <p:nvPr/>
        </p:nvSpPr>
        <p:spPr>
          <a:xfrm>
            <a:off x="726840" y="3701160"/>
            <a:ext cx="33480" cy="33480"/>
          </a:xfrm>
          <a:custGeom>
            <a:avLst/>
            <a:gdLst/>
            <a:ahLst/>
            <a:rect l="0" t="0" r="r" b="b"/>
            <a:pathLst>
              <a:path fill="none" w="93" h="93">
                <a:moveTo>
                  <a:pt x="93" y="46"/>
                </a:moveTo>
                <a:cubicBezTo>
                  <a:pt x="93" y="109"/>
                  <a:pt x="0" y="109"/>
                  <a:pt x="0" y="46"/>
                </a:cubicBezTo>
                <a:cubicBezTo>
                  <a:pt x="0" y="-15"/>
                  <a:pt x="93" y="-15"/>
                  <a:pt x="93" y="46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5" name=""/>
          <p:cNvSpPr/>
          <p:nvPr/>
        </p:nvSpPr>
        <p:spPr>
          <a:xfrm>
            <a:off x="859320" y="369900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5"/>
                  <a:pt x="94" y="-15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16" name=""/>
          <p:cNvSpPr/>
          <p:nvPr/>
        </p:nvSpPr>
        <p:spPr>
          <a:xfrm>
            <a:off x="859320" y="369900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5"/>
                  <a:pt x="94" y="-15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7" name=""/>
          <p:cNvSpPr/>
          <p:nvPr/>
        </p:nvSpPr>
        <p:spPr>
          <a:xfrm>
            <a:off x="872640" y="371232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09"/>
                  <a:pt x="0" y="109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18" name=""/>
          <p:cNvSpPr/>
          <p:nvPr/>
        </p:nvSpPr>
        <p:spPr>
          <a:xfrm>
            <a:off x="872640" y="371232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09"/>
                  <a:pt x="0" y="109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9" name=""/>
          <p:cNvSpPr txBox="1"/>
          <p:nvPr/>
        </p:nvSpPr>
        <p:spPr>
          <a:xfrm>
            <a:off x="1108080" y="254412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1:1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0" name=""/>
          <p:cNvSpPr txBox="1"/>
          <p:nvPr/>
        </p:nvSpPr>
        <p:spPr>
          <a:xfrm>
            <a:off x="1859760" y="3299760"/>
            <a:ext cx="2793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ρ = 0.14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1" name=""/>
          <p:cNvSpPr/>
          <p:nvPr/>
        </p:nvSpPr>
        <p:spPr>
          <a:xfrm>
            <a:off x="2365200" y="2304000"/>
            <a:ext cx="1802520" cy="884520"/>
          </a:xfrm>
          <a:custGeom>
            <a:avLst/>
            <a:gdLst/>
            <a:ahLst/>
            <a:rect l="0" t="0" r="r" b="b"/>
            <a:pathLst>
              <a:path w="5007" h="2457">
                <a:moveTo>
                  <a:pt x="0" y="0"/>
                </a:moveTo>
                <a:lnTo>
                  <a:pt x="5007" y="0"/>
                </a:lnTo>
                <a:lnTo>
                  <a:pt x="5007" y="2457"/>
                </a:lnTo>
                <a:lnTo>
                  <a:pt x="0" y="24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2" name=""/>
          <p:cNvSpPr/>
          <p:nvPr/>
        </p:nvSpPr>
        <p:spPr>
          <a:xfrm>
            <a:off x="2365200" y="2733480"/>
            <a:ext cx="1800360" cy="0"/>
          </a:xfrm>
          <a:prstGeom prst="line">
            <a:avLst/>
          </a:prstGeom>
          <a:ln w="7920">
            <a:solidFill>
              <a:srgbClr val="9A9A9A"/>
            </a:solidFill>
            <a:custDash>
              <a:ds d="118182" sp="359091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3" name=""/>
          <p:cNvSpPr/>
          <p:nvPr/>
        </p:nvSpPr>
        <p:spPr>
          <a:xfrm flipV="1">
            <a:off x="2711880" y="2304000"/>
            <a:ext cx="0" cy="884160"/>
          </a:xfrm>
          <a:prstGeom prst="line">
            <a:avLst/>
          </a:prstGeom>
          <a:ln w="7920">
            <a:solidFill>
              <a:srgbClr val="9A9A9A"/>
            </a:solidFill>
            <a:custDash>
              <a:ds d="118182" sp="359091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4" name=""/>
          <p:cNvSpPr/>
          <p:nvPr/>
        </p:nvSpPr>
        <p:spPr>
          <a:xfrm flipV="1">
            <a:off x="2365200" y="2304000"/>
            <a:ext cx="927000" cy="686880"/>
          </a:xfrm>
          <a:prstGeom prst="line">
            <a:avLst/>
          </a:prstGeom>
          <a:ln w="6480">
            <a:solidFill>
              <a:srgbClr val="9A9A9A"/>
            </a:solidFill>
            <a:custDash>
              <a:ds d="583333" sp="583333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5" name=""/>
          <p:cNvSpPr/>
          <p:nvPr/>
        </p:nvSpPr>
        <p:spPr>
          <a:xfrm>
            <a:off x="2819160" y="290808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5"/>
                  <a:pt x="94" y="-15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26" name=""/>
          <p:cNvSpPr/>
          <p:nvPr/>
        </p:nvSpPr>
        <p:spPr>
          <a:xfrm>
            <a:off x="2819160" y="290808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5"/>
                  <a:pt x="94" y="-15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7" name=""/>
          <p:cNvSpPr/>
          <p:nvPr/>
        </p:nvSpPr>
        <p:spPr>
          <a:xfrm>
            <a:off x="2922120" y="276516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5"/>
                  <a:pt x="94" y="-15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28" name=""/>
          <p:cNvSpPr/>
          <p:nvPr/>
        </p:nvSpPr>
        <p:spPr>
          <a:xfrm>
            <a:off x="2922120" y="276516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5"/>
                  <a:pt x="94" y="-15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9" name=""/>
          <p:cNvSpPr/>
          <p:nvPr/>
        </p:nvSpPr>
        <p:spPr>
          <a:xfrm>
            <a:off x="2824560" y="300636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5"/>
                  <a:pt x="94" y="-15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30" name=""/>
          <p:cNvSpPr/>
          <p:nvPr/>
        </p:nvSpPr>
        <p:spPr>
          <a:xfrm>
            <a:off x="2824560" y="300636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5"/>
                  <a:pt x="94" y="-15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1" name=""/>
          <p:cNvSpPr/>
          <p:nvPr/>
        </p:nvSpPr>
        <p:spPr>
          <a:xfrm>
            <a:off x="2972160" y="285732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09"/>
                  <a:pt x="0" y="109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32" name=""/>
          <p:cNvSpPr/>
          <p:nvPr/>
        </p:nvSpPr>
        <p:spPr>
          <a:xfrm>
            <a:off x="2972160" y="285732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09"/>
                  <a:pt x="0" y="109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3" name=""/>
          <p:cNvSpPr/>
          <p:nvPr/>
        </p:nvSpPr>
        <p:spPr>
          <a:xfrm>
            <a:off x="2719080" y="2962440"/>
            <a:ext cx="33840" cy="34200"/>
          </a:xfrm>
          <a:custGeom>
            <a:avLst/>
            <a:gdLst/>
            <a:ahLst/>
            <a:rect l="0" t="0" r="r" b="b"/>
            <a:pathLst>
              <a:path w="94" h="95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34" name=""/>
          <p:cNvSpPr/>
          <p:nvPr/>
        </p:nvSpPr>
        <p:spPr>
          <a:xfrm>
            <a:off x="2719080" y="2962440"/>
            <a:ext cx="33840" cy="34200"/>
          </a:xfrm>
          <a:custGeom>
            <a:avLst/>
            <a:gdLst/>
            <a:ahLst/>
            <a:rect l="0" t="0" r="r" b="b"/>
            <a:pathLst>
              <a:path fill="none" w="94" h="95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5" name=""/>
          <p:cNvSpPr/>
          <p:nvPr/>
        </p:nvSpPr>
        <p:spPr>
          <a:xfrm>
            <a:off x="3022920" y="2856960"/>
            <a:ext cx="33480" cy="33840"/>
          </a:xfrm>
          <a:custGeom>
            <a:avLst/>
            <a:gdLst/>
            <a:ahLst/>
            <a:rect l="0" t="0" r="r" b="b"/>
            <a:pathLst>
              <a:path w="93" h="94">
                <a:moveTo>
                  <a:pt x="0" y="47"/>
                </a:moveTo>
                <a:cubicBezTo>
                  <a:pt x="0" y="-16"/>
                  <a:pt x="93" y="-16"/>
                  <a:pt x="93" y="47"/>
                </a:cubicBezTo>
                <a:cubicBezTo>
                  <a:pt x="93" y="109"/>
                  <a:pt x="0" y="109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36" name=""/>
          <p:cNvSpPr/>
          <p:nvPr/>
        </p:nvSpPr>
        <p:spPr>
          <a:xfrm>
            <a:off x="3022920" y="2856960"/>
            <a:ext cx="33480" cy="33840"/>
          </a:xfrm>
          <a:custGeom>
            <a:avLst/>
            <a:gdLst/>
            <a:ahLst/>
            <a:rect l="0" t="0" r="r" b="b"/>
            <a:pathLst>
              <a:path fill="none" w="93" h="94">
                <a:moveTo>
                  <a:pt x="93" y="47"/>
                </a:moveTo>
                <a:cubicBezTo>
                  <a:pt x="93" y="109"/>
                  <a:pt x="0" y="109"/>
                  <a:pt x="0" y="47"/>
                </a:cubicBezTo>
                <a:cubicBezTo>
                  <a:pt x="0" y="-16"/>
                  <a:pt x="93" y="-16"/>
                  <a:pt x="93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7" name=""/>
          <p:cNvSpPr/>
          <p:nvPr/>
        </p:nvSpPr>
        <p:spPr>
          <a:xfrm>
            <a:off x="2943720" y="293688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5"/>
                  <a:pt x="94" y="-15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38" name=""/>
          <p:cNvSpPr/>
          <p:nvPr/>
        </p:nvSpPr>
        <p:spPr>
          <a:xfrm>
            <a:off x="2943720" y="293688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5"/>
                  <a:pt x="94" y="-15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9" name=""/>
          <p:cNvSpPr/>
          <p:nvPr/>
        </p:nvSpPr>
        <p:spPr>
          <a:xfrm>
            <a:off x="2874240" y="285372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09"/>
                  <a:pt x="0" y="109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0" name=""/>
          <p:cNvSpPr/>
          <p:nvPr/>
        </p:nvSpPr>
        <p:spPr>
          <a:xfrm>
            <a:off x="2874240" y="285372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09"/>
                  <a:pt x="0" y="109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1" name=""/>
          <p:cNvSpPr/>
          <p:nvPr/>
        </p:nvSpPr>
        <p:spPr>
          <a:xfrm>
            <a:off x="3004560" y="2884680"/>
            <a:ext cx="33840" cy="33480"/>
          </a:xfrm>
          <a:custGeom>
            <a:avLst/>
            <a:gdLst/>
            <a:ahLst/>
            <a:rect l="0" t="0" r="r" b="b"/>
            <a:pathLst>
              <a:path w="94" h="93">
                <a:moveTo>
                  <a:pt x="0" y="47"/>
                </a:moveTo>
                <a:cubicBezTo>
                  <a:pt x="0" y="-15"/>
                  <a:pt x="94" y="-15"/>
                  <a:pt x="94" y="47"/>
                </a:cubicBezTo>
                <a:cubicBezTo>
                  <a:pt x="94" y="109"/>
                  <a:pt x="0" y="109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2" name=""/>
          <p:cNvSpPr/>
          <p:nvPr/>
        </p:nvSpPr>
        <p:spPr>
          <a:xfrm>
            <a:off x="3004560" y="2884680"/>
            <a:ext cx="33840" cy="33480"/>
          </a:xfrm>
          <a:custGeom>
            <a:avLst/>
            <a:gdLst/>
            <a:ahLst/>
            <a:rect l="0" t="0" r="r" b="b"/>
            <a:pathLst>
              <a:path fill="none" w="94" h="93">
                <a:moveTo>
                  <a:pt x="94" y="47"/>
                </a:moveTo>
                <a:cubicBezTo>
                  <a:pt x="94" y="109"/>
                  <a:pt x="0" y="109"/>
                  <a:pt x="0" y="47"/>
                </a:cubicBezTo>
                <a:cubicBezTo>
                  <a:pt x="0" y="-15"/>
                  <a:pt x="94" y="-15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3" name=""/>
          <p:cNvSpPr/>
          <p:nvPr/>
        </p:nvSpPr>
        <p:spPr>
          <a:xfrm>
            <a:off x="2816640" y="291924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09"/>
                  <a:pt x="0" y="109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4" name=""/>
          <p:cNvSpPr/>
          <p:nvPr/>
        </p:nvSpPr>
        <p:spPr>
          <a:xfrm>
            <a:off x="2816640" y="291924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09"/>
                  <a:pt x="0" y="109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5" name=""/>
          <p:cNvSpPr/>
          <p:nvPr/>
        </p:nvSpPr>
        <p:spPr>
          <a:xfrm>
            <a:off x="2773080" y="2873160"/>
            <a:ext cx="33840" cy="33480"/>
          </a:xfrm>
          <a:custGeom>
            <a:avLst/>
            <a:gdLst/>
            <a:ahLst/>
            <a:rect l="0" t="0" r="r" b="b"/>
            <a:pathLst>
              <a:path w="94" h="93">
                <a:moveTo>
                  <a:pt x="0" y="46"/>
                </a:moveTo>
                <a:cubicBezTo>
                  <a:pt x="0" y="-15"/>
                  <a:pt x="94" y="-15"/>
                  <a:pt x="94" y="46"/>
                </a:cubicBezTo>
                <a:cubicBezTo>
                  <a:pt x="94" y="109"/>
                  <a:pt x="0" y="109"/>
                  <a:pt x="0" y="46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6" name=""/>
          <p:cNvSpPr/>
          <p:nvPr/>
        </p:nvSpPr>
        <p:spPr>
          <a:xfrm>
            <a:off x="2773080" y="2873160"/>
            <a:ext cx="33840" cy="33480"/>
          </a:xfrm>
          <a:custGeom>
            <a:avLst/>
            <a:gdLst/>
            <a:ahLst/>
            <a:rect l="0" t="0" r="r" b="b"/>
            <a:pathLst>
              <a:path fill="none" w="94" h="93">
                <a:moveTo>
                  <a:pt x="94" y="46"/>
                </a:moveTo>
                <a:cubicBezTo>
                  <a:pt x="94" y="109"/>
                  <a:pt x="0" y="109"/>
                  <a:pt x="0" y="46"/>
                </a:cubicBezTo>
                <a:cubicBezTo>
                  <a:pt x="0" y="-15"/>
                  <a:pt x="94" y="-15"/>
                  <a:pt x="94" y="46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7" name=""/>
          <p:cNvSpPr/>
          <p:nvPr/>
        </p:nvSpPr>
        <p:spPr>
          <a:xfrm>
            <a:off x="2797920" y="2741760"/>
            <a:ext cx="33840" cy="33480"/>
          </a:xfrm>
          <a:custGeom>
            <a:avLst/>
            <a:gdLst/>
            <a:ahLst/>
            <a:rect l="0" t="0" r="r" b="b"/>
            <a:pathLst>
              <a:path w="94" h="93">
                <a:moveTo>
                  <a:pt x="0" y="47"/>
                </a:moveTo>
                <a:cubicBezTo>
                  <a:pt x="0" y="-15"/>
                  <a:pt x="94" y="-15"/>
                  <a:pt x="94" y="47"/>
                </a:cubicBezTo>
                <a:cubicBezTo>
                  <a:pt x="94" y="109"/>
                  <a:pt x="0" y="109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48" name=""/>
          <p:cNvSpPr/>
          <p:nvPr/>
        </p:nvSpPr>
        <p:spPr>
          <a:xfrm>
            <a:off x="2797920" y="2741760"/>
            <a:ext cx="33840" cy="33480"/>
          </a:xfrm>
          <a:custGeom>
            <a:avLst/>
            <a:gdLst/>
            <a:ahLst/>
            <a:rect l="0" t="0" r="r" b="b"/>
            <a:pathLst>
              <a:path fill="none" w="94" h="93">
                <a:moveTo>
                  <a:pt x="94" y="47"/>
                </a:moveTo>
                <a:cubicBezTo>
                  <a:pt x="94" y="109"/>
                  <a:pt x="0" y="109"/>
                  <a:pt x="0" y="47"/>
                </a:cubicBezTo>
                <a:cubicBezTo>
                  <a:pt x="0" y="-15"/>
                  <a:pt x="94" y="-15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9" name=""/>
          <p:cNvSpPr/>
          <p:nvPr/>
        </p:nvSpPr>
        <p:spPr>
          <a:xfrm>
            <a:off x="2851200" y="274068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5"/>
                  <a:pt x="94" y="-15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0" name=""/>
          <p:cNvSpPr/>
          <p:nvPr/>
        </p:nvSpPr>
        <p:spPr>
          <a:xfrm>
            <a:off x="2851200" y="274068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5"/>
                  <a:pt x="94" y="-15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1" name=""/>
          <p:cNvSpPr/>
          <p:nvPr/>
        </p:nvSpPr>
        <p:spPr>
          <a:xfrm>
            <a:off x="2890080" y="2833560"/>
            <a:ext cx="33480" cy="34200"/>
          </a:xfrm>
          <a:custGeom>
            <a:avLst/>
            <a:gdLst/>
            <a:ahLst/>
            <a:rect l="0" t="0" r="r" b="b"/>
            <a:pathLst>
              <a:path w="93" h="95">
                <a:moveTo>
                  <a:pt x="0" y="47"/>
                </a:moveTo>
                <a:cubicBezTo>
                  <a:pt x="0" y="-16"/>
                  <a:pt x="93" y="-16"/>
                  <a:pt x="93" y="47"/>
                </a:cubicBezTo>
                <a:cubicBezTo>
                  <a:pt x="93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2" name=""/>
          <p:cNvSpPr/>
          <p:nvPr/>
        </p:nvSpPr>
        <p:spPr>
          <a:xfrm>
            <a:off x="2890080" y="2833560"/>
            <a:ext cx="33480" cy="34200"/>
          </a:xfrm>
          <a:custGeom>
            <a:avLst/>
            <a:gdLst/>
            <a:ahLst/>
            <a:rect l="0" t="0" r="r" b="b"/>
            <a:pathLst>
              <a:path fill="none" w="93" h="95">
                <a:moveTo>
                  <a:pt x="93" y="47"/>
                </a:moveTo>
                <a:cubicBezTo>
                  <a:pt x="93" y="110"/>
                  <a:pt x="0" y="110"/>
                  <a:pt x="0" y="47"/>
                </a:cubicBezTo>
                <a:cubicBezTo>
                  <a:pt x="0" y="-16"/>
                  <a:pt x="93" y="-16"/>
                  <a:pt x="93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3" name=""/>
          <p:cNvSpPr/>
          <p:nvPr/>
        </p:nvSpPr>
        <p:spPr>
          <a:xfrm>
            <a:off x="2694600" y="3003840"/>
            <a:ext cx="33840" cy="33480"/>
          </a:xfrm>
          <a:custGeom>
            <a:avLst/>
            <a:gdLst/>
            <a:ahLst/>
            <a:rect l="0" t="0" r="r" b="b"/>
            <a:pathLst>
              <a:path w="94" h="93">
                <a:moveTo>
                  <a:pt x="0" y="46"/>
                </a:moveTo>
                <a:cubicBezTo>
                  <a:pt x="0" y="-15"/>
                  <a:pt x="94" y="-15"/>
                  <a:pt x="94" y="46"/>
                </a:cubicBezTo>
                <a:cubicBezTo>
                  <a:pt x="94" y="109"/>
                  <a:pt x="0" y="109"/>
                  <a:pt x="0" y="46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4" name=""/>
          <p:cNvSpPr/>
          <p:nvPr/>
        </p:nvSpPr>
        <p:spPr>
          <a:xfrm>
            <a:off x="2694600" y="3003840"/>
            <a:ext cx="33840" cy="33480"/>
          </a:xfrm>
          <a:custGeom>
            <a:avLst/>
            <a:gdLst/>
            <a:ahLst/>
            <a:rect l="0" t="0" r="r" b="b"/>
            <a:pathLst>
              <a:path fill="none" w="94" h="93">
                <a:moveTo>
                  <a:pt x="94" y="46"/>
                </a:moveTo>
                <a:cubicBezTo>
                  <a:pt x="94" y="109"/>
                  <a:pt x="0" y="109"/>
                  <a:pt x="0" y="46"/>
                </a:cubicBezTo>
                <a:cubicBezTo>
                  <a:pt x="0" y="-15"/>
                  <a:pt x="94" y="-15"/>
                  <a:pt x="94" y="46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5" name=""/>
          <p:cNvSpPr/>
          <p:nvPr/>
        </p:nvSpPr>
        <p:spPr>
          <a:xfrm>
            <a:off x="2977200" y="279684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09"/>
                  <a:pt x="0" y="109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6" name=""/>
          <p:cNvSpPr/>
          <p:nvPr/>
        </p:nvSpPr>
        <p:spPr>
          <a:xfrm>
            <a:off x="2977200" y="279684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09"/>
                  <a:pt x="0" y="109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7" name=""/>
          <p:cNvSpPr/>
          <p:nvPr/>
        </p:nvSpPr>
        <p:spPr>
          <a:xfrm>
            <a:off x="2857680" y="290340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5"/>
                  <a:pt x="94" y="-15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8" name=""/>
          <p:cNvSpPr/>
          <p:nvPr/>
        </p:nvSpPr>
        <p:spPr>
          <a:xfrm>
            <a:off x="2857680" y="290340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5"/>
                  <a:pt x="94" y="-15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9" name=""/>
          <p:cNvSpPr/>
          <p:nvPr/>
        </p:nvSpPr>
        <p:spPr>
          <a:xfrm>
            <a:off x="2764440" y="292896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5"/>
                  <a:pt x="94" y="-15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60" name=""/>
          <p:cNvSpPr/>
          <p:nvPr/>
        </p:nvSpPr>
        <p:spPr>
          <a:xfrm>
            <a:off x="2764440" y="292896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5"/>
                  <a:pt x="94" y="-15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1" name=""/>
          <p:cNvSpPr/>
          <p:nvPr/>
        </p:nvSpPr>
        <p:spPr>
          <a:xfrm>
            <a:off x="2780280" y="311760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09"/>
                  <a:pt x="0" y="109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62" name=""/>
          <p:cNvSpPr/>
          <p:nvPr/>
        </p:nvSpPr>
        <p:spPr>
          <a:xfrm>
            <a:off x="2780280" y="311760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09"/>
                  <a:pt x="0" y="109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3" name=""/>
          <p:cNvSpPr/>
          <p:nvPr/>
        </p:nvSpPr>
        <p:spPr>
          <a:xfrm>
            <a:off x="2720160" y="2926440"/>
            <a:ext cx="33840" cy="34200"/>
          </a:xfrm>
          <a:custGeom>
            <a:avLst/>
            <a:gdLst/>
            <a:ahLst/>
            <a:rect l="0" t="0" r="r" b="b"/>
            <a:pathLst>
              <a:path w="94" h="95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64" name=""/>
          <p:cNvSpPr/>
          <p:nvPr/>
        </p:nvSpPr>
        <p:spPr>
          <a:xfrm>
            <a:off x="2720160" y="2926440"/>
            <a:ext cx="33840" cy="34200"/>
          </a:xfrm>
          <a:custGeom>
            <a:avLst/>
            <a:gdLst/>
            <a:ahLst/>
            <a:rect l="0" t="0" r="r" b="b"/>
            <a:pathLst>
              <a:path fill="none" w="94" h="95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5" name=""/>
          <p:cNvSpPr/>
          <p:nvPr/>
        </p:nvSpPr>
        <p:spPr>
          <a:xfrm>
            <a:off x="2814840" y="287568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5"/>
                  <a:pt x="94" y="-15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66" name=""/>
          <p:cNvSpPr/>
          <p:nvPr/>
        </p:nvSpPr>
        <p:spPr>
          <a:xfrm>
            <a:off x="2814840" y="287568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5"/>
                  <a:pt x="94" y="-15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7" name=""/>
          <p:cNvSpPr/>
          <p:nvPr/>
        </p:nvSpPr>
        <p:spPr>
          <a:xfrm>
            <a:off x="2743920" y="2871000"/>
            <a:ext cx="33840" cy="33480"/>
          </a:xfrm>
          <a:custGeom>
            <a:avLst/>
            <a:gdLst/>
            <a:ahLst/>
            <a:rect l="0" t="0" r="r" b="b"/>
            <a:pathLst>
              <a:path w="94" h="93">
                <a:moveTo>
                  <a:pt x="0" y="46"/>
                </a:moveTo>
                <a:cubicBezTo>
                  <a:pt x="0" y="-15"/>
                  <a:pt x="94" y="-15"/>
                  <a:pt x="94" y="46"/>
                </a:cubicBezTo>
                <a:cubicBezTo>
                  <a:pt x="94" y="109"/>
                  <a:pt x="0" y="109"/>
                  <a:pt x="0" y="46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68" name=""/>
          <p:cNvSpPr/>
          <p:nvPr/>
        </p:nvSpPr>
        <p:spPr>
          <a:xfrm>
            <a:off x="2743920" y="2871000"/>
            <a:ext cx="33840" cy="33480"/>
          </a:xfrm>
          <a:custGeom>
            <a:avLst/>
            <a:gdLst/>
            <a:ahLst/>
            <a:rect l="0" t="0" r="r" b="b"/>
            <a:pathLst>
              <a:path fill="none" w="94" h="93">
                <a:moveTo>
                  <a:pt x="94" y="46"/>
                </a:moveTo>
                <a:cubicBezTo>
                  <a:pt x="94" y="109"/>
                  <a:pt x="0" y="109"/>
                  <a:pt x="0" y="46"/>
                </a:cubicBezTo>
                <a:cubicBezTo>
                  <a:pt x="0" y="-15"/>
                  <a:pt x="94" y="-15"/>
                  <a:pt x="94" y="46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9" name=""/>
          <p:cNvSpPr/>
          <p:nvPr/>
        </p:nvSpPr>
        <p:spPr>
          <a:xfrm>
            <a:off x="2867400" y="3129840"/>
            <a:ext cx="33480" cy="34200"/>
          </a:xfrm>
          <a:custGeom>
            <a:avLst/>
            <a:gdLst/>
            <a:ahLst/>
            <a:rect l="0" t="0" r="r" b="b"/>
            <a:pathLst>
              <a:path w="93" h="95">
                <a:moveTo>
                  <a:pt x="0" y="47"/>
                </a:moveTo>
                <a:cubicBezTo>
                  <a:pt x="0" y="-16"/>
                  <a:pt x="93" y="-16"/>
                  <a:pt x="93" y="47"/>
                </a:cubicBezTo>
                <a:cubicBezTo>
                  <a:pt x="93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70" name=""/>
          <p:cNvSpPr/>
          <p:nvPr/>
        </p:nvSpPr>
        <p:spPr>
          <a:xfrm>
            <a:off x="2867400" y="3129840"/>
            <a:ext cx="33480" cy="34200"/>
          </a:xfrm>
          <a:custGeom>
            <a:avLst/>
            <a:gdLst/>
            <a:ahLst/>
            <a:rect l="0" t="0" r="r" b="b"/>
            <a:pathLst>
              <a:path fill="none" w="93" h="95">
                <a:moveTo>
                  <a:pt x="93" y="47"/>
                </a:moveTo>
                <a:cubicBezTo>
                  <a:pt x="93" y="110"/>
                  <a:pt x="0" y="110"/>
                  <a:pt x="0" y="47"/>
                </a:cubicBezTo>
                <a:cubicBezTo>
                  <a:pt x="0" y="-16"/>
                  <a:pt x="93" y="-16"/>
                  <a:pt x="93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1" name=""/>
          <p:cNvSpPr/>
          <p:nvPr/>
        </p:nvSpPr>
        <p:spPr>
          <a:xfrm>
            <a:off x="2989800" y="275148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09"/>
                  <a:pt x="0" y="109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72" name=""/>
          <p:cNvSpPr/>
          <p:nvPr/>
        </p:nvSpPr>
        <p:spPr>
          <a:xfrm>
            <a:off x="2989800" y="275148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09"/>
                  <a:pt x="0" y="109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3" name=""/>
          <p:cNvSpPr/>
          <p:nvPr/>
        </p:nvSpPr>
        <p:spPr>
          <a:xfrm>
            <a:off x="2752560" y="308196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09"/>
                  <a:pt x="0" y="109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74" name=""/>
          <p:cNvSpPr/>
          <p:nvPr/>
        </p:nvSpPr>
        <p:spPr>
          <a:xfrm>
            <a:off x="2752560" y="308196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09"/>
                  <a:pt x="0" y="109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5" name=""/>
          <p:cNvSpPr/>
          <p:nvPr/>
        </p:nvSpPr>
        <p:spPr>
          <a:xfrm>
            <a:off x="2904480" y="2761200"/>
            <a:ext cx="33840" cy="34200"/>
          </a:xfrm>
          <a:custGeom>
            <a:avLst/>
            <a:gdLst/>
            <a:ahLst/>
            <a:rect l="0" t="0" r="r" b="b"/>
            <a:pathLst>
              <a:path w="94" h="95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76" name=""/>
          <p:cNvSpPr/>
          <p:nvPr/>
        </p:nvSpPr>
        <p:spPr>
          <a:xfrm>
            <a:off x="2904480" y="2761200"/>
            <a:ext cx="33840" cy="34200"/>
          </a:xfrm>
          <a:custGeom>
            <a:avLst/>
            <a:gdLst/>
            <a:ahLst/>
            <a:rect l="0" t="0" r="r" b="b"/>
            <a:pathLst>
              <a:path fill="none" w="94" h="95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7" name=""/>
          <p:cNvSpPr/>
          <p:nvPr/>
        </p:nvSpPr>
        <p:spPr>
          <a:xfrm>
            <a:off x="2831040" y="2903040"/>
            <a:ext cx="33840" cy="34200"/>
          </a:xfrm>
          <a:custGeom>
            <a:avLst/>
            <a:gdLst/>
            <a:ahLst/>
            <a:rect l="0" t="0" r="r" b="b"/>
            <a:pathLst>
              <a:path w="94" h="95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78" name=""/>
          <p:cNvSpPr/>
          <p:nvPr/>
        </p:nvSpPr>
        <p:spPr>
          <a:xfrm>
            <a:off x="2831040" y="2903040"/>
            <a:ext cx="33840" cy="34200"/>
          </a:xfrm>
          <a:custGeom>
            <a:avLst/>
            <a:gdLst/>
            <a:ahLst/>
            <a:rect l="0" t="0" r="r" b="b"/>
            <a:pathLst>
              <a:path fill="none" w="94" h="95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9" name=""/>
          <p:cNvSpPr/>
          <p:nvPr/>
        </p:nvSpPr>
        <p:spPr>
          <a:xfrm>
            <a:off x="2775600" y="284292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5"/>
                  <a:pt x="94" y="-15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80" name=""/>
          <p:cNvSpPr/>
          <p:nvPr/>
        </p:nvSpPr>
        <p:spPr>
          <a:xfrm>
            <a:off x="2775600" y="284292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5"/>
                  <a:pt x="94" y="-15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1" name=""/>
          <p:cNvSpPr/>
          <p:nvPr/>
        </p:nvSpPr>
        <p:spPr>
          <a:xfrm>
            <a:off x="2628000" y="2860920"/>
            <a:ext cx="33840" cy="34200"/>
          </a:xfrm>
          <a:custGeom>
            <a:avLst/>
            <a:gdLst/>
            <a:ahLst/>
            <a:rect l="0" t="0" r="r" b="b"/>
            <a:pathLst>
              <a:path w="94" h="95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82" name=""/>
          <p:cNvSpPr/>
          <p:nvPr/>
        </p:nvSpPr>
        <p:spPr>
          <a:xfrm>
            <a:off x="2628000" y="2860920"/>
            <a:ext cx="33840" cy="34200"/>
          </a:xfrm>
          <a:custGeom>
            <a:avLst/>
            <a:gdLst/>
            <a:ahLst/>
            <a:rect l="0" t="0" r="r" b="b"/>
            <a:pathLst>
              <a:path fill="none" w="94" h="95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3" name=""/>
          <p:cNvSpPr/>
          <p:nvPr/>
        </p:nvSpPr>
        <p:spPr>
          <a:xfrm>
            <a:off x="2907000" y="2817720"/>
            <a:ext cx="33840" cy="33480"/>
          </a:xfrm>
          <a:custGeom>
            <a:avLst/>
            <a:gdLst/>
            <a:ahLst/>
            <a:rect l="0" t="0" r="r" b="b"/>
            <a:pathLst>
              <a:path w="94" h="93">
                <a:moveTo>
                  <a:pt x="0" y="47"/>
                </a:moveTo>
                <a:cubicBezTo>
                  <a:pt x="0" y="-15"/>
                  <a:pt x="94" y="-15"/>
                  <a:pt x="94" y="47"/>
                </a:cubicBezTo>
                <a:cubicBezTo>
                  <a:pt x="94" y="109"/>
                  <a:pt x="0" y="109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84" name=""/>
          <p:cNvSpPr/>
          <p:nvPr/>
        </p:nvSpPr>
        <p:spPr>
          <a:xfrm>
            <a:off x="2907000" y="2817720"/>
            <a:ext cx="33840" cy="33480"/>
          </a:xfrm>
          <a:custGeom>
            <a:avLst/>
            <a:gdLst/>
            <a:ahLst/>
            <a:rect l="0" t="0" r="r" b="b"/>
            <a:pathLst>
              <a:path fill="none" w="94" h="93">
                <a:moveTo>
                  <a:pt x="94" y="47"/>
                </a:moveTo>
                <a:cubicBezTo>
                  <a:pt x="94" y="109"/>
                  <a:pt x="0" y="109"/>
                  <a:pt x="0" y="47"/>
                </a:cubicBezTo>
                <a:cubicBezTo>
                  <a:pt x="0" y="-15"/>
                  <a:pt x="94" y="-15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5" name=""/>
          <p:cNvSpPr/>
          <p:nvPr/>
        </p:nvSpPr>
        <p:spPr>
          <a:xfrm>
            <a:off x="2966400" y="277560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5"/>
                  <a:pt x="94" y="-15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86" name=""/>
          <p:cNvSpPr/>
          <p:nvPr/>
        </p:nvSpPr>
        <p:spPr>
          <a:xfrm>
            <a:off x="2966400" y="277560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5"/>
                  <a:pt x="94" y="-15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7" name=""/>
          <p:cNvSpPr txBox="1"/>
          <p:nvPr/>
        </p:nvSpPr>
        <p:spPr>
          <a:xfrm>
            <a:off x="1542240" y="3391200"/>
            <a:ext cx="6361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16% agree on sign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8" name=""/>
          <p:cNvSpPr txBox="1"/>
          <p:nvPr/>
        </p:nvSpPr>
        <p:spPr>
          <a:xfrm>
            <a:off x="3788640" y="2340000"/>
            <a:ext cx="2793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ρ = 0.46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9" name=""/>
          <p:cNvSpPr/>
          <p:nvPr/>
        </p:nvSpPr>
        <p:spPr>
          <a:xfrm>
            <a:off x="2365200" y="3264120"/>
            <a:ext cx="1802520" cy="884520"/>
          </a:xfrm>
          <a:custGeom>
            <a:avLst/>
            <a:gdLst/>
            <a:ahLst/>
            <a:rect l="0" t="0" r="r" b="b"/>
            <a:pathLst>
              <a:path w="5007" h="2457">
                <a:moveTo>
                  <a:pt x="0" y="0"/>
                </a:moveTo>
                <a:lnTo>
                  <a:pt x="5007" y="0"/>
                </a:lnTo>
                <a:lnTo>
                  <a:pt x="5007" y="2457"/>
                </a:lnTo>
                <a:lnTo>
                  <a:pt x="0" y="24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0" name=""/>
          <p:cNvSpPr/>
          <p:nvPr/>
        </p:nvSpPr>
        <p:spPr>
          <a:xfrm>
            <a:off x="2365200" y="3693600"/>
            <a:ext cx="1800360" cy="0"/>
          </a:xfrm>
          <a:prstGeom prst="line">
            <a:avLst/>
          </a:prstGeom>
          <a:ln w="7920">
            <a:solidFill>
              <a:srgbClr val="9A9A9A"/>
            </a:solidFill>
            <a:custDash>
              <a:ds d="118182" sp="359091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1" name=""/>
          <p:cNvSpPr/>
          <p:nvPr/>
        </p:nvSpPr>
        <p:spPr>
          <a:xfrm flipV="1">
            <a:off x="2711880" y="3264120"/>
            <a:ext cx="0" cy="884160"/>
          </a:xfrm>
          <a:prstGeom prst="line">
            <a:avLst/>
          </a:prstGeom>
          <a:ln w="7920">
            <a:solidFill>
              <a:srgbClr val="9A9A9A"/>
            </a:solidFill>
            <a:custDash>
              <a:ds d="118182" sp="359091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2" name=""/>
          <p:cNvSpPr/>
          <p:nvPr/>
        </p:nvSpPr>
        <p:spPr>
          <a:xfrm flipV="1">
            <a:off x="2365200" y="3264120"/>
            <a:ext cx="927000" cy="686880"/>
          </a:xfrm>
          <a:prstGeom prst="line">
            <a:avLst/>
          </a:prstGeom>
          <a:ln w="6480">
            <a:solidFill>
              <a:srgbClr val="9A9A9A"/>
            </a:solidFill>
            <a:custDash>
              <a:ds d="583333" sp="583333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3" name=""/>
          <p:cNvSpPr/>
          <p:nvPr/>
        </p:nvSpPr>
        <p:spPr>
          <a:xfrm>
            <a:off x="2986920" y="388476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09"/>
                  <a:pt x="0" y="109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94" name=""/>
          <p:cNvSpPr/>
          <p:nvPr/>
        </p:nvSpPr>
        <p:spPr>
          <a:xfrm>
            <a:off x="2986920" y="388476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09"/>
                  <a:pt x="0" y="109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5" name=""/>
          <p:cNvSpPr/>
          <p:nvPr/>
        </p:nvSpPr>
        <p:spPr>
          <a:xfrm>
            <a:off x="3053520" y="3729600"/>
            <a:ext cx="33840" cy="34200"/>
          </a:xfrm>
          <a:custGeom>
            <a:avLst/>
            <a:gdLst/>
            <a:ahLst/>
            <a:rect l="0" t="0" r="r" b="b"/>
            <a:pathLst>
              <a:path w="94" h="95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96" name=""/>
          <p:cNvSpPr/>
          <p:nvPr/>
        </p:nvSpPr>
        <p:spPr>
          <a:xfrm>
            <a:off x="3053520" y="3729600"/>
            <a:ext cx="33840" cy="34200"/>
          </a:xfrm>
          <a:custGeom>
            <a:avLst/>
            <a:gdLst/>
            <a:ahLst/>
            <a:rect l="0" t="0" r="r" b="b"/>
            <a:pathLst>
              <a:path fill="none" w="94" h="95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7" name=""/>
          <p:cNvSpPr/>
          <p:nvPr/>
        </p:nvSpPr>
        <p:spPr>
          <a:xfrm>
            <a:off x="3011760" y="3954960"/>
            <a:ext cx="33840" cy="34200"/>
          </a:xfrm>
          <a:custGeom>
            <a:avLst/>
            <a:gdLst/>
            <a:ahLst/>
            <a:rect l="0" t="0" r="r" b="b"/>
            <a:pathLst>
              <a:path w="94" h="95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98" name=""/>
          <p:cNvSpPr/>
          <p:nvPr/>
        </p:nvSpPr>
        <p:spPr>
          <a:xfrm>
            <a:off x="3011760" y="3954960"/>
            <a:ext cx="33840" cy="34200"/>
          </a:xfrm>
          <a:custGeom>
            <a:avLst/>
            <a:gdLst/>
            <a:ahLst/>
            <a:rect l="0" t="0" r="r" b="b"/>
            <a:pathLst>
              <a:path fill="none" w="94" h="95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9" name=""/>
          <p:cNvSpPr/>
          <p:nvPr/>
        </p:nvSpPr>
        <p:spPr>
          <a:xfrm>
            <a:off x="3263040" y="3823920"/>
            <a:ext cx="33840" cy="34200"/>
          </a:xfrm>
          <a:custGeom>
            <a:avLst/>
            <a:gdLst/>
            <a:ahLst/>
            <a:rect l="0" t="0" r="r" b="b"/>
            <a:pathLst>
              <a:path w="94" h="95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00" name=""/>
          <p:cNvSpPr/>
          <p:nvPr/>
        </p:nvSpPr>
        <p:spPr>
          <a:xfrm>
            <a:off x="3263040" y="3823920"/>
            <a:ext cx="33840" cy="34200"/>
          </a:xfrm>
          <a:custGeom>
            <a:avLst/>
            <a:gdLst/>
            <a:ahLst/>
            <a:rect l="0" t="0" r="r" b="b"/>
            <a:pathLst>
              <a:path fill="none" w="94" h="95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1" name=""/>
          <p:cNvSpPr/>
          <p:nvPr/>
        </p:nvSpPr>
        <p:spPr>
          <a:xfrm>
            <a:off x="2800440" y="3899520"/>
            <a:ext cx="33480" cy="33840"/>
          </a:xfrm>
          <a:custGeom>
            <a:avLst/>
            <a:gdLst/>
            <a:ahLst/>
            <a:rect l="0" t="0" r="r" b="b"/>
            <a:pathLst>
              <a:path w="93" h="94">
                <a:moveTo>
                  <a:pt x="0" y="47"/>
                </a:moveTo>
                <a:cubicBezTo>
                  <a:pt x="0" y="-15"/>
                  <a:pt x="93" y="-15"/>
                  <a:pt x="93" y="47"/>
                </a:cubicBezTo>
                <a:cubicBezTo>
                  <a:pt x="93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02" name=""/>
          <p:cNvSpPr/>
          <p:nvPr/>
        </p:nvSpPr>
        <p:spPr>
          <a:xfrm>
            <a:off x="2800440" y="3899520"/>
            <a:ext cx="33480" cy="33840"/>
          </a:xfrm>
          <a:custGeom>
            <a:avLst/>
            <a:gdLst/>
            <a:ahLst/>
            <a:rect l="0" t="0" r="r" b="b"/>
            <a:pathLst>
              <a:path fill="none" w="93" h="94">
                <a:moveTo>
                  <a:pt x="93" y="47"/>
                </a:moveTo>
                <a:cubicBezTo>
                  <a:pt x="93" y="110"/>
                  <a:pt x="0" y="110"/>
                  <a:pt x="0" y="47"/>
                </a:cubicBezTo>
                <a:cubicBezTo>
                  <a:pt x="0" y="-15"/>
                  <a:pt x="93" y="-15"/>
                  <a:pt x="93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3" name=""/>
          <p:cNvSpPr/>
          <p:nvPr/>
        </p:nvSpPr>
        <p:spPr>
          <a:xfrm>
            <a:off x="3360960" y="3823560"/>
            <a:ext cx="33840" cy="34200"/>
          </a:xfrm>
          <a:custGeom>
            <a:avLst/>
            <a:gdLst/>
            <a:ahLst/>
            <a:rect l="0" t="0" r="r" b="b"/>
            <a:pathLst>
              <a:path w="94" h="95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04" name=""/>
          <p:cNvSpPr/>
          <p:nvPr/>
        </p:nvSpPr>
        <p:spPr>
          <a:xfrm>
            <a:off x="3360960" y="3823560"/>
            <a:ext cx="33840" cy="34200"/>
          </a:xfrm>
          <a:custGeom>
            <a:avLst/>
            <a:gdLst/>
            <a:ahLst/>
            <a:rect l="0" t="0" r="r" b="b"/>
            <a:pathLst>
              <a:path fill="none" w="94" h="95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5" name=""/>
          <p:cNvSpPr/>
          <p:nvPr/>
        </p:nvSpPr>
        <p:spPr>
          <a:xfrm>
            <a:off x="3229920" y="390564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5"/>
                  <a:pt x="94" y="-15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06" name=""/>
          <p:cNvSpPr/>
          <p:nvPr/>
        </p:nvSpPr>
        <p:spPr>
          <a:xfrm>
            <a:off x="3229920" y="390564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5"/>
                  <a:pt x="94" y="-15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7" name=""/>
          <p:cNvSpPr/>
          <p:nvPr/>
        </p:nvSpPr>
        <p:spPr>
          <a:xfrm>
            <a:off x="3131640" y="3893400"/>
            <a:ext cx="33840" cy="34200"/>
          </a:xfrm>
          <a:custGeom>
            <a:avLst/>
            <a:gdLst/>
            <a:ahLst/>
            <a:rect l="0" t="0" r="r" b="b"/>
            <a:pathLst>
              <a:path w="94" h="95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08" name=""/>
          <p:cNvSpPr/>
          <p:nvPr/>
        </p:nvSpPr>
        <p:spPr>
          <a:xfrm>
            <a:off x="3131640" y="3893400"/>
            <a:ext cx="33840" cy="34200"/>
          </a:xfrm>
          <a:custGeom>
            <a:avLst/>
            <a:gdLst/>
            <a:ahLst/>
            <a:rect l="0" t="0" r="r" b="b"/>
            <a:pathLst>
              <a:path fill="none" w="94" h="95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9" name=""/>
          <p:cNvSpPr/>
          <p:nvPr/>
        </p:nvSpPr>
        <p:spPr>
          <a:xfrm>
            <a:off x="3387240" y="3850920"/>
            <a:ext cx="33840" cy="33480"/>
          </a:xfrm>
          <a:custGeom>
            <a:avLst/>
            <a:gdLst/>
            <a:ahLst/>
            <a:rect l="0" t="0" r="r" b="b"/>
            <a:pathLst>
              <a:path w="94" h="93">
                <a:moveTo>
                  <a:pt x="0" y="47"/>
                </a:moveTo>
                <a:cubicBezTo>
                  <a:pt x="0" y="-15"/>
                  <a:pt x="94" y="-15"/>
                  <a:pt x="94" y="47"/>
                </a:cubicBezTo>
                <a:cubicBezTo>
                  <a:pt x="94" y="109"/>
                  <a:pt x="0" y="109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10" name=""/>
          <p:cNvSpPr/>
          <p:nvPr/>
        </p:nvSpPr>
        <p:spPr>
          <a:xfrm>
            <a:off x="3387240" y="3850920"/>
            <a:ext cx="33840" cy="33480"/>
          </a:xfrm>
          <a:custGeom>
            <a:avLst/>
            <a:gdLst/>
            <a:ahLst/>
            <a:rect l="0" t="0" r="r" b="b"/>
            <a:pathLst>
              <a:path fill="none" w="94" h="93">
                <a:moveTo>
                  <a:pt x="94" y="47"/>
                </a:moveTo>
                <a:cubicBezTo>
                  <a:pt x="94" y="109"/>
                  <a:pt x="0" y="109"/>
                  <a:pt x="0" y="47"/>
                </a:cubicBezTo>
                <a:cubicBezTo>
                  <a:pt x="0" y="-15"/>
                  <a:pt x="94" y="-15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1" name=""/>
          <p:cNvSpPr/>
          <p:nvPr/>
        </p:nvSpPr>
        <p:spPr>
          <a:xfrm>
            <a:off x="2940840" y="390744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5"/>
                  <a:pt x="94" y="-15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12" name=""/>
          <p:cNvSpPr/>
          <p:nvPr/>
        </p:nvSpPr>
        <p:spPr>
          <a:xfrm>
            <a:off x="2940840" y="390744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5"/>
                  <a:pt x="94" y="-15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3" name=""/>
          <p:cNvSpPr/>
          <p:nvPr/>
        </p:nvSpPr>
        <p:spPr>
          <a:xfrm>
            <a:off x="2821680" y="3881160"/>
            <a:ext cx="33840" cy="33480"/>
          </a:xfrm>
          <a:custGeom>
            <a:avLst/>
            <a:gdLst/>
            <a:ahLst/>
            <a:rect l="0" t="0" r="r" b="b"/>
            <a:pathLst>
              <a:path w="94" h="93">
                <a:moveTo>
                  <a:pt x="0" y="47"/>
                </a:moveTo>
                <a:cubicBezTo>
                  <a:pt x="0" y="-15"/>
                  <a:pt x="94" y="-15"/>
                  <a:pt x="94" y="47"/>
                </a:cubicBezTo>
                <a:cubicBezTo>
                  <a:pt x="94" y="109"/>
                  <a:pt x="0" y="109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14" name=""/>
          <p:cNvSpPr/>
          <p:nvPr/>
        </p:nvSpPr>
        <p:spPr>
          <a:xfrm>
            <a:off x="2821680" y="3881160"/>
            <a:ext cx="33840" cy="33480"/>
          </a:xfrm>
          <a:custGeom>
            <a:avLst/>
            <a:gdLst/>
            <a:ahLst/>
            <a:rect l="0" t="0" r="r" b="b"/>
            <a:pathLst>
              <a:path fill="none" w="94" h="93">
                <a:moveTo>
                  <a:pt x="94" y="47"/>
                </a:moveTo>
                <a:cubicBezTo>
                  <a:pt x="94" y="109"/>
                  <a:pt x="0" y="109"/>
                  <a:pt x="0" y="47"/>
                </a:cubicBezTo>
                <a:cubicBezTo>
                  <a:pt x="0" y="-15"/>
                  <a:pt x="94" y="-15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5" name=""/>
          <p:cNvSpPr/>
          <p:nvPr/>
        </p:nvSpPr>
        <p:spPr>
          <a:xfrm>
            <a:off x="2965320" y="371268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09"/>
                  <a:pt x="0" y="109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16" name=""/>
          <p:cNvSpPr/>
          <p:nvPr/>
        </p:nvSpPr>
        <p:spPr>
          <a:xfrm>
            <a:off x="2965320" y="371268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09"/>
                  <a:pt x="0" y="109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7" name=""/>
          <p:cNvSpPr/>
          <p:nvPr/>
        </p:nvSpPr>
        <p:spPr>
          <a:xfrm>
            <a:off x="3066120" y="3706200"/>
            <a:ext cx="33480" cy="33480"/>
          </a:xfrm>
          <a:custGeom>
            <a:avLst/>
            <a:gdLst/>
            <a:ahLst/>
            <a:rect l="0" t="0" r="r" b="b"/>
            <a:pathLst>
              <a:path w="93" h="93">
                <a:moveTo>
                  <a:pt x="0" y="46"/>
                </a:moveTo>
                <a:cubicBezTo>
                  <a:pt x="0" y="-15"/>
                  <a:pt x="93" y="-15"/>
                  <a:pt x="93" y="46"/>
                </a:cubicBezTo>
                <a:cubicBezTo>
                  <a:pt x="93" y="109"/>
                  <a:pt x="0" y="109"/>
                  <a:pt x="0" y="46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18" name=""/>
          <p:cNvSpPr/>
          <p:nvPr/>
        </p:nvSpPr>
        <p:spPr>
          <a:xfrm>
            <a:off x="3066120" y="3706200"/>
            <a:ext cx="33480" cy="33480"/>
          </a:xfrm>
          <a:custGeom>
            <a:avLst/>
            <a:gdLst/>
            <a:ahLst/>
            <a:rect l="0" t="0" r="r" b="b"/>
            <a:pathLst>
              <a:path fill="none" w="93" h="93">
                <a:moveTo>
                  <a:pt x="93" y="46"/>
                </a:moveTo>
                <a:cubicBezTo>
                  <a:pt x="93" y="109"/>
                  <a:pt x="0" y="109"/>
                  <a:pt x="0" y="46"/>
                </a:cubicBezTo>
                <a:cubicBezTo>
                  <a:pt x="0" y="-15"/>
                  <a:pt x="93" y="-15"/>
                  <a:pt x="93" y="46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9" name=""/>
          <p:cNvSpPr/>
          <p:nvPr/>
        </p:nvSpPr>
        <p:spPr>
          <a:xfrm>
            <a:off x="3098880" y="377856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09"/>
                  <a:pt x="0" y="109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20" name=""/>
          <p:cNvSpPr/>
          <p:nvPr/>
        </p:nvSpPr>
        <p:spPr>
          <a:xfrm>
            <a:off x="3098880" y="377856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09"/>
                  <a:pt x="0" y="109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1" name=""/>
          <p:cNvSpPr/>
          <p:nvPr/>
        </p:nvSpPr>
        <p:spPr>
          <a:xfrm>
            <a:off x="2706840" y="3960000"/>
            <a:ext cx="33840" cy="34200"/>
          </a:xfrm>
          <a:custGeom>
            <a:avLst/>
            <a:gdLst/>
            <a:ahLst/>
            <a:rect l="0" t="0" r="r" b="b"/>
            <a:pathLst>
              <a:path w="94" h="95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22" name=""/>
          <p:cNvSpPr/>
          <p:nvPr/>
        </p:nvSpPr>
        <p:spPr>
          <a:xfrm>
            <a:off x="2706840" y="3960000"/>
            <a:ext cx="33840" cy="34200"/>
          </a:xfrm>
          <a:custGeom>
            <a:avLst/>
            <a:gdLst/>
            <a:ahLst/>
            <a:rect l="0" t="0" r="r" b="b"/>
            <a:pathLst>
              <a:path fill="none" w="94" h="95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3" name=""/>
          <p:cNvSpPr/>
          <p:nvPr/>
        </p:nvSpPr>
        <p:spPr>
          <a:xfrm>
            <a:off x="3230280" y="3760200"/>
            <a:ext cx="33840" cy="34200"/>
          </a:xfrm>
          <a:custGeom>
            <a:avLst/>
            <a:gdLst/>
            <a:ahLst/>
            <a:rect l="0" t="0" r="r" b="b"/>
            <a:pathLst>
              <a:path w="94" h="95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24" name=""/>
          <p:cNvSpPr/>
          <p:nvPr/>
        </p:nvSpPr>
        <p:spPr>
          <a:xfrm>
            <a:off x="3230280" y="3760200"/>
            <a:ext cx="33840" cy="34200"/>
          </a:xfrm>
          <a:custGeom>
            <a:avLst/>
            <a:gdLst/>
            <a:ahLst/>
            <a:rect l="0" t="0" r="r" b="b"/>
            <a:pathLst>
              <a:path fill="none" w="94" h="95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5" name=""/>
          <p:cNvSpPr/>
          <p:nvPr/>
        </p:nvSpPr>
        <p:spPr>
          <a:xfrm>
            <a:off x="3044520" y="386568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5"/>
                  <a:pt x="94" y="-15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26" name=""/>
          <p:cNvSpPr/>
          <p:nvPr/>
        </p:nvSpPr>
        <p:spPr>
          <a:xfrm>
            <a:off x="3044520" y="386568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5"/>
                  <a:pt x="94" y="-15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7" name=""/>
          <p:cNvSpPr/>
          <p:nvPr/>
        </p:nvSpPr>
        <p:spPr>
          <a:xfrm>
            <a:off x="2808360" y="396900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5"/>
                  <a:pt x="94" y="-15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28" name=""/>
          <p:cNvSpPr/>
          <p:nvPr/>
        </p:nvSpPr>
        <p:spPr>
          <a:xfrm>
            <a:off x="2808360" y="396900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5"/>
                  <a:pt x="94" y="-15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9" name=""/>
          <p:cNvSpPr/>
          <p:nvPr/>
        </p:nvSpPr>
        <p:spPr>
          <a:xfrm>
            <a:off x="2866320" y="406332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5"/>
                  <a:pt x="94" y="-15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30" name=""/>
          <p:cNvSpPr/>
          <p:nvPr/>
        </p:nvSpPr>
        <p:spPr>
          <a:xfrm>
            <a:off x="2866320" y="406332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5"/>
                  <a:pt x="94" y="-15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1" name=""/>
          <p:cNvSpPr/>
          <p:nvPr/>
        </p:nvSpPr>
        <p:spPr>
          <a:xfrm>
            <a:off x="2733840" y="401076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09"/>
                  <a:pt x="0" y="109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32" name=""/>
          <p:cNvSpPr/>
          <p:nvPr/>
        </p:nvSpPr>
        <p:spPr>
          <a:xfrm>
            <a:off x="2733840" y="401076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09"/>
                  <a:pt x="0" y="109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3" name=""/>
          <p:cNvSpPr/>
          <p:nvPr/>
        </p:nvSpPr>
        <p:spPr>
          <a:xfrm>
            <a:off x="3019320" y="383400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5"/>
                  <a:pt x="94" y="-15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34" name=""/>
          <p:cNvSpPr/>
          <p:nvPr/>
        </p:nvSpPr>
        <p:spPr>
          <a:xfrm>
            <a:off x="3019320" y="383400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5"/>
                  <a:pt x="94" y="-15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5" name=""/>
          <p:cNvSpPr/>
          <p:nvPr/>
        </p:nvSpPr>
        <p:spPr>
          <a:xfrm>
            <a:off x="2881440" y="3823920"/>
            <a:ext cx="33840" cy="34200"/>
          </a:xfrm>
          <a:custGeom>
            <a:avLst/>
            <a:gdLst/>
            <a:ahLst/>
            <a:rect l="0" t="0" r="r" b="b"/>
            <a:pathLst>
              <a:path w="94" h="95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36" name=""/>
          <p:cNvSpPr/>
          <p:nvPr/>
        </p:nvSpPr>
        <p:spPr>
          <a:xfrm>
            <a:off x="2881440" y="3823920"/>
            <a:ext cx="33840" cy="34200"/>
          </a:xfrm>
          <a:custGeom>
            <a:avLst/>
            <a:gdLst/>
            <a:ahLst/>
            <a:rect l="0" t="0" r="r" b="b"/>
            <a:pathLst>
              <a:path fill="none" w="94" h="95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7" name=""/>
          <p:cNvSpPr/>
          <p:nvPr/>
        </p:nvSpPr>
        <p:spPr>
          <a:xfrm>
            <a:off x="3252240" y="3719160"/>
            <a:ext cx="33480" cy="33840"/>
          </a:xfrm>
          <a:custGeom>
            <a:avLst/>
            <a:gdLst/>
            <a:ahLst/>
            <a:rect l="0" t="0" r="r" b="b"/>
            <a:pathLst>
              <a:path w="93" h="94">
                <a:moveTo>
                  <a:pt x="0" y="47"/>
                </a:moveTo>
                <a:cubicBezTo>
                  <a:pt x="0" y="-16"/>
                  <a:pt x="93" y="-16"/>
                  <a:pt x="93" y="47"/>
                </a:cubicBezTo>
                <a:cubicBezTo>
                  <a:pt x="93" y="109"/>
                  <a:pt x="0" y="109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38" name=""/>
          <p:cNvSpPr/>
          <p:nvPr/>
        </p:nvSpPr>
        <p:spPr>
          <a:xfrm>
            <a:off x="3252240" y="3719160"/>
            <a:ext cx="33480" cy="33840"/>
          </a:xfrm>
          <a:custGeom>
            <a:avLst/>
            <a:gdLst/>
            <a:ahLst/>
            <a:rect l="0" t="0" r="r" b="b"/>
            <a:pathLst>
              <a:path fill="none" w="93" h="94">
                <a:moveTo>
                  <a:pt x="93" y="47"/>
                </a:moveTo>
                <a:cubicBezTo>
                  <a:pt x="93" y="109"/>
                  <a:pt x="0" y="109"/>
                  <a:pt x="0" y="47"/>
                </a:cubicBezTo>
                <a:cubicBezTo>
                  <a:pt x="0" y="-16"/>
                  <a:pt x="93" y="-16"/>
                  <a:pt x="93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9" name=""/>
          <p:cNvSpPr/>
          <p:nvPr/>
        </p:nvSpPr>
        <p:spPr>
          <a:xfrm>
            <a:off x="2874960" y="404496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09"/>
                  <a:pt x="0" y="109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0" name=""/>
          <p:cNvSpPr/>
          <p:nvPr/>
        </p:nvSpPr>
        <p:spPr>
          <a:xfrm>
            <a:off x="2874960" y="404496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09"/>
                  <a:pt x="0" y="109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1" name=""/>
          <p:cNvSpPr/>
          <p:nvPr/>
        </p:nvSpPr>
        <p:spPr>
          <a:xfrm>
            <a:off x="3179160" y="3738240"/>
            <a:ext cx="33840" cy="33480"/>
          </a:xfrm>
          <a:custGeom>
            <a:avLst/>
            <a:gdLst/>
            <a:ahLst/>
            <a:rect l="0" t="0" r="r" b="b"/>
            <a:pathLst>
              <a:path w="94" h="93">
                <a:moveTo>
                  <a:pt x="0" y="46"/>
                </a:moveTo>
                <a:cubicBezTo>
                  <a:pt x="0" y="-15"/>
                  <a:pt x="94" y="-15"/>
                  <a:pt x="94" y="46"/>
                </a:cubicBezTo>
                <a:cubicBezTo>
                  <a:pt x="94" y="109"/>
                  <a:pt x="0" y="109"/>
                  <a:pt x="0" y="46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2" name=""/>
          <p:cNvSpPr/>
          <p:nvPr/>
        </p:nvSpPr>
        <p:spPr>
          <a:xfrm>
            <a:off x="3179160" y="3738240"/>
            <a:ext cx="33840" cy="33480"/>
          </a:xfrm>
          <a:custGeom>
            <a:avLst/>
            <a:gdLst/>
            <a:ahLst/>
            <a:rect l="0" t="0" r="r" b="b"/>
            <a:pathLst>
              <a:path fill="none" w="94" h="93">
                <a:moveTo>
                  <a:pt x="94" y="46"/>
                </a:moveTo>
                <a:cubicBezTo>
                  <a:pt x="94" y="109"/>
                  <a:pt x="0" y="109"/>
                  <a:pt x="0" y="46"/>
                </a:cubicBezTo>
                <a:cubicBezTo>
                  <a:pt x="0" y="-15"/>
                  <a:pt x="94" y="-15"/>
                  <a:pt x="94" y="46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3" name=""/>
          <p:cNvSpPr/>
          <p:nvPr/>
        </p:nvSpPr>
        <p:spPr>
          <a:xfrm>
            <a:off x="2969280" y="384372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09"/>
                  <a:pt x="0" y="109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4" name=""/>
          <p:cNvSpPr/>
          <p:nvPr/>
        </p:nvSpPr>
        <p:spPr>
          <a:xfrm>
            <a:off x="2969280" y="384372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09"/>
                  <a:pt x="0" y="109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5" name=""/>
          <p:cNvSpPr/>
          <p:nvPr/>
        </p:nvSpPr>
        <p:spPr>
          <a:xfrm>
            <a:off x="2920320" y="380052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5"/>
                  <a:pt x="94" y="-15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6" name=""/>
          <p:cNvSpPr/>
          <p:nvPr/>
        </p:nvSpPr>
        <p:spPr>
          <a:xfrm>
            <a:off x="2920320" y="380052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5"/>
                  <a:pt x="94" y="-15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7" name=""/>
          <p:cNvSpPr/>
          <p:nvPr/>
        </p:nvSpPr>
        <p:spPr>
          <a:xfrm>
            <a:off x="2636640" y="381168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09"/>
                  <a:pt x="0" y="109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48" name=""/>
          <p:cNvSpPr/>
          <p:nvPr/>
        </p:nvSpPr>
        <p:spPr>
          <a:xfrm>
            <a:off x="2636640" y="381168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09"/>
                  <a:pt x="0" y="109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9" name=""/>
          <p:cNvSpPr/>
          <p:nvPr/>
        </p:nvSpPr>
        <p:spPr>
          <a:xfrm>
            <a:off x="3211560" y="378180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09"/>
                  <a:pt x="0" y="109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50" name=""/>
          <p:cNvSpPr/>
          <p:nvPr/>
        </p:nvSpPr>
        <p:spPr>
          <a:xfrm>
            <a:off x="3211560" y="378180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09"/>
                  <a:pt x="0" y="109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1" name=""/>
          <p:cNvSpPr/>
          <p:nvPr/>
        </p:nvSpPr>
        <p:spPr>
          <a:xfrm>
            <a:off x="3195720" y="3737880"/>
            <a:ext cx="34200" cy="33840"/>
          </a:xfrm>
          <a:custGeom>
            <a:avLst/>
            <a:gdLst/>
            <a:ahLst/>
            <a:rect l="0" t="0" r="r" b="b"/>
            <a:pathLst>
              <a:path w="95" h="94">
                <a:moveTo>
                  <a:pt x="0" y="47"/>
                </a:moveTo>
                <a:cubicBezTo>
                  <a:pt x="0" y="-15"/>
                  <a:pt x="95" y="-15"/>
                  <a:pt x="95" y="47"/>
                </a:cubicBezTo>
                <a:cubicBezTo>
                  <a:pt x="95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52" name=""/>
          <p:cNvSpPr/>
          <p:nvPr/>
        </p:nvSpPr>
        <p:spPr>
          <a:xfrm>
            <a:off x="3195720" y="3737880"/>
            <a:ext cx="34200" cy="33840"/>
          </a:xfrm>
          <a:custGeom>
            <a:avLst/>
            <a:gdLst/>
            <a:ahLst/>
            <a:rect l="0" t="0" r="r" b="b"/>
            <a:pathLst>
              <a:path fill="none" w="95" h="94">
                <a:moveTo>
                  <a:pt x="95" y="47"/>
                </a:moveTo>
                <a:cubicBezTo>
                  <a:pt x="95" y="110"/>
                  <a:pt x="0" y="110"/>
                  <a:pt x="0" y="47"/>
                </a:cubicBezTo>
                <a:cubicBezTo>
                  <a:pt x="0" y="-15"/>
                  <a:pt x="95" y="-15"/>
                  <a:pt x="95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3" name=""/>
          <p:cNvSpPr txBox="1"/>
          <p:nvPr/>
        </p:nvSpPr>
        <p:spPr>
          <a:xfrm>
            <a:off x="3509280" y="2431440"/>
            <a:ext cx="5936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6% agree on sign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4" name=""/>
          <p:cNvSpPr txBox="1"/>
          <p:nvPr/>
        </p:nvSpPr>
        <p:spPr>
          <a:xfrm>
            <a:off x="3788640" y="3299760"/>
            <a:ext cx="2793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ρ = 0.47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5" name=""/>
          <p:cNvSpPr/>
          <p:nvPr/>
        </p:nvSpPr>
        <p:spPr>
          <a:xfrm>
            <a:off x="4294080" y="2304000"/>
            <a:ext cx="1802520" cy="884520"/>
          </a:xfrm>
          <a:custGeom>
            <a:avLst/>
            <a:gdLst/>
            <a:ahLst/>
            <a:rect l="0" t="0" r="r" b="b"/>
            <a:pathLst>
              <a:path w="5007" h="2457">
                <a:moveTo>
                  <a:pt x="0" y="0"/>
                </a:moveTo>
                <a:lnTo>
                  <a:pt x="5007" y="0"/>
                </a:lnTo>
                <a:lnTo>
                  <a:pt x="5007" y="2457"/>
                </a:lnTo>
                <a:lnTo>
                  <a:pt x="0" y="24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6" name=""/>
          <p:cNvSpPr/>
          <p:nvPr/>
        </p:nvSpPr>
        <p:spPr>
          <a:xfrm>
            <a:off x="4294080" y="2733480"/>
            <a:ext cx="1801800" cy="0"/>
          </a:xfrm>
          <a:prstGeom prst="line">
            <a:avLst/>
          </a:prstGeom>
          <a:ln w="7920">
            <a:solidFill>
              <a:srgbClr val="9A9A9A"/>
            </a:solidFill>
            <a:custDash>
              <a:ds d="118182" sp="359091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7" name=""/>
          <p:cNvSpPr/>
          <p:nvPr/>
        </p:nvSpPr>
        <p:spPr>
          <a:xfrm flipV="1">
            <a:off x="4640760" y="2304000"/>
            <a:ext cx="0" cy="884160"/>
          </a:xfrm>
          <a:prstGeom prst="line">
            <a:avLst/>
          </a:prstGeom>
          <a:ln w="7920">
            <a:solidFill>
              <a:srgbClr val="9A9A9A"/>
            </a:solidFill>
            <a:custDash>
              <a:ds d="118182" sp="359091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8" name=""/>
          <p:cNvSpPr/>
          <p:nvPr/>
        </p:nvSpPr>
        <p:spPr>
          <a:xfrm flipV="1">
            <a:off x="4294080" y="2304000"/>
            <a:ext cx="927000" cy="686880"/>
          </a:xfrm>
          <a:prstGeom prst="line">
            <a:avLst/>
          </a:prstGeom>
          <a:ln w="6480">
            <a:solidFill>
              <a:srgbClr val="9A9A9A"/>
            </a:solidFill>
            <a:custDash>
              <a:ds d="583333" sp="583333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9" name=""/>
          <p:cNvSpPr/>
          <p:nvPr/>
        </p:nvSpPr>
        <p:spPr>
          <a:xfrm>
            <a:off x="4894560" y="290592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5"/>
                  <a:pt x="94" y="-15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60" name=""/>
          <p:cNvSpPr/>
          <p:nvPr/>
        </p:nvSpPr>
        <p:spPr>
          <a:xfrm>
            <a:off x="4894560" y="290592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5"/>
                  <a:pt x="94" y="-15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1" name=""/>
          <p:cNvSpPr/>
          <p:nvPr/>
        </p:nvSpPr>
        <p:spPr>
          <a:xfrm>
            <a:off x="5044680" y="275904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09"/>
                  <a:pt x="0" y="109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62" name=""/>
          <p:cNvSpPr/>
          <p:nvPr/>
        </p:nvSpPr>
        <p:spPr>
          <a:xfrm>
            <a:off x="5044680" y="275904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09"/>
                  <a:pt x="0" y="109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3" name=""/>
          <p:cNvSpPr/>
          <p:nvPr/>
        </p:nvSpPr>
        <p:spPr>
          <a:xfrm>
            <a:off x="4935240" y="2994480"/>
            <a:ext cx="33840" cy="34200"/>
          </a:xfrm>
          <a:custGeom>
            <a:avLst/>
            <a:gdLst/>
            <a:ahLst/>
            <a:rect l="0" t="0" r="r" b="b"/>
            <a:pathLst>
              <a:path w="94" h="95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64" name=""/>
          <p:cNvSpPr/>
          <p:nvPr/>
        </p:nvSpPr>
        <p:spPr>
          <a:xfrm>
            <a:off x="4935240" y="2994480"/>
            <a:ext cx="33840" cy="34200"/>
          </a:xfrm>
          <a:custGeom>
            <a:avLst/>
            <a:gdLst/>
            <a:ahLst/>
            <a:rect l="0" t="0" r="r" b="b"/>
            <a:pathLst>
              <a:path fill="none" w="94" h="95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5" name=""/>
          <p:cNvSpPr/>
          <p:nvPr/>
        </p:nvSpPr>
        <p:spPr>
          <a:xfrm>
            <a:off x="5294880" y="287208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5"/>
                  <a:pt x="94" y="-15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66" name=""/>
          <p:cNvSpPr/>
          <p:nvPr/>
        </p:nvSpPr>
        <p:spPr>
          <a:xfrm>
            <a:off x="5294880" y="287208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5"/>
                  <a:pt x="94" y="-15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7" name=""/>
          <p:cNvSpPr/>
          <p:nvPr/>
        </p:nvSpPr>
        <p:spPr>
          <a:xfrm>
            <a:off x="4704840" y="2949120"/>
            <a:ext cx="33480" cy="33840"/>
          </a:xfrm>
          <a:custGeom>
            <a:avLst/>
            <a:gdLst/>
            <a:ahLst/>
            <a:rect l="0" t="0" r="r" b="b"/>
            <a:pathLst>
              <a:path w="93" h="94">
                <a:moveTo>
                  <a:pt x="0" y="47"/>
                </a:moveTo>
                <a:cubicBezTo>
                  <a:pt x="0" y="-16"/>
                  <a:pt x="93" y="-16"/>
                  <a:pt x="93" y="47"/>
                </a:cubicBezTo>
                <a:cubicBezTo>
                  <a:pt x="93" y="109"/>
                  <a:pt x="0" y="109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68" name=""/>
          <p:cNvSpPr/>
          <p:nvPr/>
        </p:nvSpPr>
        <p:spPr>
          <a:xfrm>
            <a:off x="4704840" y="2949120"/>
            <a:ext cx="33480" cy="33840"/>
          </a:xfrm>
          <a:custGeom>
            <a:avLst/>
            <a:gdLst/>
            <a:ahLst/>
            <a:rect l="0" t="0" r="r" b="b"/>
            <a:pathLst>
              <a:path fill="none" w="93" h="94">
                <a:moveTo>
                  <a:pt x="93" y="47"/>
                </a:moveTo>
                <a:cubicBezTo>
                  <a:pt x="93" y="109"/>
                  <a:pt x="0" y="109"/>
                  <a:pt x="0" y="47"/>
                </a:cubicBezTo>
                <a:cubicBezTo>
                  <a:pt x="0" y="-16"/>
                  <a:pt x="93" y="-16"/>
                  <a:pt x="93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9" name=""/>
          <p:cNvSpPr/>
          <p:nvPr/>
        </p:nvSpPr>
        <p:spPr>
          <a:xfrm>
            <a:off x="5379480" y="2865960"/>
            <a:ext cx="33840" cy="34200"/>
          </a:xfrm>
          <a:custGeom>
            <a:avLst/>
            <a:gdLst/>
            <a:ahLst/>
            <a:rect l="0" t="0" r="r" b="b"/>
            <a:pathLst>
              <a:path w="94" h="95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70" name=""/>
          <p:cNvSpPr/>
          <p:nvPr/>
        </p:nvSpPr>
        <p:spPr>
          <a:xfrm>
            <a:off x="5379480" y="2865960"/>
            <a:ext cx="33840" cy="34200"/>
          </a:xfrm>
          <a:custGeom>
            <a:avLst/>
            <a:gdLst/>
            <a:ahLst/>
            <a:rect l="0" t="0" r="r" b="b"/>
            <a:pathLst>
              <a:path fill="none" w="94" h="95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1" name=""/>
          <p:cNvSpPr/>
          <p:nvPr/>
        </p:nvSpPr>
        <p:spPr>
          <a:xfrm>
            <a:off x="5234040" y="2952000"/>
            <a:ext cx="33840" cy="33480"/>
          </a:xfrm>
          <a:custGeom>
            <a:avLst/>
            <a:gdLst/>
            <a:ahLst/>
            <a:rect l="0" t="0" r="r" b="b"/>
            <a:pathLst>
              <a:path w="94" h="93">
                <a:moveTo>
                  <a:pt x="0" y="47"/>
                </a:moveTo>
                <a:cubicBezTo>
                  <a:pt x="0" y="-15"/>
                  <a:pt x="94" y="-15"/>
                  <a:pt x="94" y="47"/>
                </a:cubicBezTo>
                <a:cubicBezTo>
                  <a:pt x="94" y="109"/>
                  <a:pt x="0" y="109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72" name=""/>
          <p:cNvSpPr/>
          <p:nvPr/>
        </p:nvSpPr>
        <p:spPr>
          <a:xfrm>
            <a:off x="5234040" y="2952000"/>
            <a:ext cx="33840" cy="33480"/>
          </a:xfrm>
          <a:custGeom>
            <a:avLst/>
            <a:gdLst/>
            <a:ahLst/>
            <a:rect l="0" t="0" r="r" b="b"/>
            <a:pathLst>
              <a:path fill="none" w="94" h="93">
                <a:moveTo>
                  <a:pt x="94" y="47"/>
                </a:moveTo>
                <a:cubicBezTo>
                  <a:pt x="94" y="109"/>
                  <a:pt x="0" y="109"/>
                  <a:pt x="0" y="47"/>
                </a:cubicBezTo>
                <a:cubicBezTo>
                  <a:pt x="0" y="-15"/>
                  <a:pt x="94" y="-15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3" name=""/>
          <p:cNvSpPr/>
          <p:nvPr/>
        </p:nvSpPr>
        <p:spPr>
          <a:xfrm>
            <a:off x="5091480" y="2928600"/>
            <a:ext cx="33840" cy="34200"/>
          </a:xfrm>
          <a:custGeom>
            <a:avLst/>
            <a:gdLst/>
            <a:ahLst/>
            <a:rect l="0" t="0" r="r" b="b"/>
            <a:pathLst>
              <a:path w="94" h="95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74" name=""/>
          <p:cNvSpPr/>
          <p:nvPr/>
        </p:nvSpPr>
        <p:spPr>
          <a:xfrm>
            <a:off x="5091480" y="2928600"/>
            <a:ext cx="33840" cy="34200"/>
          </a:xfrm>
          <a:custGeom>
            <a:avLst/>
            <a:gdLst/>
            <a:ahLst/>
            <a:rect l="0" t="0" r="r" b="b"/>
            <a:pathLst>
              <a:path fill="none" w="94" h="95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5" name=""/>
          <p:cNvSpPr/>
          <p:nvPr/>
        </p:nvSpPr>
        <p:spPr>
          <a:xfrm>
            <a:off x="5421240" y="288828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09"/>
                  <a:pt x="0" y="109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76" name=""/>
          <p:cNvSpPr/>
          <p:nvPr/>
        </p:nvSpPr>
        <p:spPr>
          <a:xfrm>
            <a:off x="5421240" y="288828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09"/>
                  <a:pt x="0" y="109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7" name=""/>
          <p:cNvSpPr/>
          <p:nvPr/>
        </p:nvSpPr>
        <p:spPr>
          <a:xfrm>
            <a:off x="4907880" y="294732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5"/>
                  <a:pt x="94" y="-15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78" name=""/>
          <p:cNvSpPr/>
          <p:nvPr/>
        </p:nvSpPr>
        <p:spPr>
          <a:xfrm>
            <a:off x="4907880" y="294732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5"/>
                  <a:pt x="94" y="-15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9" name=""/>
          <p:cNvSpPr/>
          <p:nvPr/>
        </p:nvSpPr>
        <p:spPr>
          <a:xfrm>
            <a:off x="4765320" y="2927880"/>
            <a:ext cx="33840" cy="34200"/>
          </a:xfrm>
          <a:custGeom>
            <a:avLst/>
            <a:gdLst/>
            <a:ahLst/>
            <a:rect l="0" t="0" r="r" b="b"/>
            <a:pathLst>
              <a:path w="94" h="95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0" name=""/>
          <p:cNvSpPr/>
          <p:nvPr/>
        </p:nvSpPr>
        <p:spPr>
          <a:xfrm>
            <a:off x="4765320" y="2927880"/>
            <a:ext cx="33840" cy="34200"/>
          </a:xfrm>
          <a:custGeom>
            <a:avLst/>
            <a:gdLst/>
            <a:ahLst/>
            <a:rect l="0" t="0" r="r" b="b"/>
            <a:pathLst>
              <a:path fill="none" w="94" h="95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1" name=""/>
          <p:cNvSpPr/>
          <p:nvPr/>
        </p:nvSpPr>
        <p:spPr>
          <a:xfrm>
            <a:off x="4812480" y="2763720"/>
            <a:ext cx="33840" cy="34200"/>
          </a:xfrm>
          <a:custGeom>
            <a:avLst/>
            <a:gdLst/>
            <a:ahLst/>
            <a:rect l="0" t="0" r="r" b="b"/>
            <a:pathLst>
              <a:path w="94" h="95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2" name=""/>
          <p:cNvSpPr/>
          <p:nvPr/>
        </p:nvSpPr>
        <p:spPr>
          <a:xfrm>
            <a:off x="4812480" y="2763720"/>
            <a:ext cx="33840" cy="34200"/>
          </a:xfrm>
          <a:custGeom>
            <a:avLst/>
            <a:gdLst/>
            <a:ahLst/>
            <a:rect l="0" t="0" r="r" b="b"/>
            <a:pathLst>
              <a:path fill="none" w="94" h="95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3" name=""/>
          <p:cNvSpPr/>
          <p:nvPr/>
        </p:nvSpPr>
        <p:spPr>
          <a:xfrm>
            <a:off x="4939200" y="2738160"/>
            <a:ext cx="33840" cy="33480"/>
          </a:xfrm>
          <a:custGeom>
            <a:avLst/>
            <a:gdLst/>
            <a:ahLst/>
            <a:rect l="0" t="0" r="r" b="b"/>
            <a:pathLst>
              <a:path w="94" h="93">
                <a:moveTo>
                  <a:pt x="0" y="47"/>
                </a:moveTo>
                <a:cubicBezTo>
                  <a:pt x="0" y="-15"/>
                  <a:pt x="94" y="-15"/>
                  <a:pt x="94" y="47"/>
                </a:cubicBezTo>
                <a:cubicBezTo>
                  <a:pt x="94" y="109"/>
                  <a:pt x="0" y="109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4" name=""/>
          <p:cNvSpPr/>
          <p:nvPr/>
        </p:nvSpPr>
        <p:spPr>
          <a:xfrm>
            <a:off x="4939200" y="2738160"/>
            <a:ext cx="33840" cy="33480"/>
          </a:xfrm>
          <a:custGeom>
            <a:avLst/>
            <a:gdLst/>
            <a:ahLst/>
            <a:rect l="0" t="0" r="r" b="b"/>
            <a:pathLst>
              <a:path fill="none" w="94" h="93">
                <a:moveTo>
                  <a:pt x="94" y="47"/>
                </a:moveTo>
                <a:cubicBezTo>
                  <a:pt x="94" y="109"/>
                  <a:pt x="0" y="109"/>
                  <a:pt x="0" y="47"/>
                </a:cubicBezTo>
                <a:cubicBezTo>
                  <a:pt x="0" y="-15"/>
                  <a:pt x="94" y="-15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5" name=""/>
          <p:cNvSpPr/>
          <p:nvPr/>
        </p:nvSpPr>
        <p:spPr>
          <a:xfrm>
            <a:off x="5073480" y="2815200"/>
            <a:ext cx="33840" cy="33480"/>
          </a:xfrm>
          <a:custGeom>
            <a:avLst/>
            <a:gdLst/>
            <a:ahLst/>
            <a:rect l="0" t="0" r="r" b="b"/>
            <a:pathLst>
              <a:path w="94" h="93">
                <a:moveTo>
                  <a:pt x="0" y="47"/>
                </a:moveTo>
                <a:cubicBezTo>
                  <a:pt x="0" y="-15"/>
                  <a:pt x="94" y="-15"/>
                  <a:pt x="94" y="47"/>
                </a:cubicBezTo>
                <a:cubicBezTo>
                  <a:pt x="94" y="109"/>
                  <a:pt x="0" y="109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6" name=""/>
          <p:cNvSpPr/>
          <p:nvPr/>
        </p:nvSpPr>
        <p:spPr>
          <a:xfrm>
            <a:off x="5073480" y="2815200"/>
            <a:ext cx="33840" cy="33480"/>
          </a:xfrm>
          <a:custGeom>
            <a:avLst/>
            <a:gdLst/>
            <a:ahLst/>
            <a:rect l="0" t="0" r="r" b="b"/>
            <a:pathLst>
              <a:path fill="none" w="94" h="93">
                <a:moveTo>
                  <a:pt x="94" y="47"/>
                </a:moveTo>
                <a:cubicBezTo>
                  <a:pt x="94" y="109"/>
                  <a:pt x="0" y="109"/>
                  <a:pt x="0" y="47"/>
                </a:cubicBezTo>
                <a:cubicBezTo>
                  <a:pt x="0" y="-15"/>
                  <a:pt x="94" y="-15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7" name=""/>
          <p:cNvSpPr/>
          <p:nvPr/>
        </p:nvSpPr>
        <p:spPr>
          <a:xfrm>
            <a:off x="4667400" y="2997720"/>
            <a:ext cx="33840" cy="34200"/>
          </a:xfrm>
          <a:custGeom>
            <a:avLst/>
            <a:gdLst/>
            <a:ahLst/>
            <a:rect l="0" t="0" r="r" b="b"/>
            <a:pathLst>
              <a:path w="94" h="95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88" name=""/>
          <p:cNvSpPr/>
          <p:nvPr/>
        </p:nvSpPr>
        <p:spPr>
          <a:xfrm>
            <a:off x="4667400" y="2997720"/>
            <a:ext cx="33840" cy="34200"/>
          </a:xfrm>
          <a:custGeom>
            <a:avLst/>
            <a:gdLst/>
            <a:ahLst/>
            <a:rect l="0" t="0" r="r" b="b"/>
            <a:pathLst>
              <a:path fill="none" w="94" h="95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9" name=""/>
          <p:cNvSpPr/>
          <p:nvPr/>
        </p:nvSpPr>
        <p:spPr>
          <a:xfrm>
            <a:off x="5145480" y="2794320"/>
            <a:ext cx="33840" cy="34200"/>
          </a:xfrm>
          <a:custGeom>
            <a:avLst/>
            <a:gdLst/>
            <a:ahLst/>
            <a:rect l="0" t="0" r="r" b="b"/>
            <a:pathLst>
              <a:path w="94" h="95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90" name=""/>
          <p:cNvSpPr/>
          <p:nvPr/>
        </p:nvSpPr>
        <p:spPr>
          <a:xfrm>
            <a:off x="5145480" y="2794320"/>
            <a:ext cx="33840" cy="34200"/>
          </a:xfrm>
          <a:custGeom>
            <a:avLst/>
            <a:gdLst/>
            <a:ahLst/>
            <a:rect l="0" t="0" r="r" b="b"/>
            <a:pathLst>
              <a:path fill="none" w="94" h="95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1" name=""/>
          <p:cNvSpPr/>
          <p:nvPr/>
        </p:nvSpPr>
        <p:spPr>
          <a:xfrm>
            <a:off x="5035680" y="2898360"/>
            <a:ext cx="33840" cy="34200"/>
          </a:xfrm>
          <a:custGeom>
            <a:avLst/>
            <a:gdLst/>
            <a:ahLst/>
            <a:rect l="0" t="0" r="r" b="b"/>
            <a:pathLst>
              <a:path w="94" h="95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92" name=""/>
          <p:cNvSpPr/>
          <p:nvPr/>
        </p:nvSpPr>
        <p:spPr>
          <a:xfrm>
            <a:off x="5035680" y="2898360"/>
            <a:ext cx="33840" cy="34200"/>
          </a:xfrm>
          <a:custGeom>
            <a:avLst/>
            <a:gdLst/>
            <a:ahLst/>
            <a:rect l="0" t="0" r="r" b="b"/>
            <a:pathLst>
              <a:path fill="none" w="94" h="95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3" name=""/>
          <p:cNvSpPr/>
          <p:nvPr/>
        </p:nvSpPr>
        <p:spPr>
          <a:xfrm>
            <a:off x="4769640" y="2993760"/>
            <a:ext cx="33840" cy="34200"/>
          </a:xfrm>
          <a:custGeom>
            <a:avLst/>
            <a:gdLst/>
            <a:ahLst/>
            <a:rect l="0" t="0" r="r" b="b"/>
            <a:pathLst>
              <a:path w="94" h="95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94" name=""/>
          <p:cNvSpPr/>
          <p:nvPr/>
        </p:nvSpPr>
        <p:spPr>
          <a:xfrm>
            <a:off x="4769640" y="2993760"/>
            <a:ext cx="33840" cy="34200"/>
          </a:xfrm>
          <a:custGeom>
            <a:avLst/>
            <a:gdLst/>
            <a:ahLst/>
            <a:rect l="0" t="0" r="r" b="b"/>
            <a:pathLst>
              <a:path fill="none" w="94" h="95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5" name=""/>
          <p:cNvSpPr/>
          <p:nvPr/>
        </p:nvSpPr>
        <p:spPr>
          <a:xfrm>
            <a:off x="4844880" y="308484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09"/>
                  <a:pt x="0" y="109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96" name=""/>
          <p:cNvSpPr/>
          <p:nvPr/>
        </p:nvSpPr>
        <p:spPr>
          <a:xfrm>
            <a:off x="4844880" y="308484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09"/>
                  <a:pt x="0" y="109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7" name=""/>
          <p:cNvSpPr/>
          <p:nvPr/>
        </p:nvSpPr>
        <p:spPr>
          <a:xfrm>
            <a:off x="4644000" y="304344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5"/>
                  <a:pt x="94" y="-15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98" name=""/>
          <p:cNvSpPr/>
          <p:nvPr/>
        </p:nvSpPr>
        <p:spPr>
          <a:xfrm>
            <a:off x="4644000" y="304344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5"/>
                  <a:pt x="94" y="-15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9" name=""/>
          <p:cNvSpPr/>
          <p:nvPr/>
        </p:nvSpPr>
        <p:spPr>
          <a:xfrm>
            <a:off x="4972320" y="2868120"/>
            <a:ext cx="33840" cy="34200"/>
          </a:xfrm>
          <a:custGeom>
            <a:avLst/>
            <a:gdLst/>
            <a:ahLst/>
            <a:rect l="0" t="0" r="r" b="b"/>
            <a:pathLst>
              <a:path w="94" h="95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00" name=""/>
          <p:cNvSpPr/>
          <p:nvPr/>
        </p:nvSpPr>
        <p:spPr>
          <a:xfrm>
            <a:off x="4972320" y="2868120"/>
            <a:ext cx="33840" cy="34200"/>
          </a:xfrm>
          <a:custGeom>
            <a:avLst/>
            <a:gdLst/>
            <a:ahLst/>
            <a:rect l="0" t="0" r="r" b="b"/>
            <a:pathLst>
              <a:path fill="none" w="94" h="95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1" name=""/>
          <p:cNvSpPr/>
          <p:nvPr/>
        </p:nvSpPr>
        <p:spPr>
          <a:xfrm>
            <a:off x="4793400" y="287352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5"/>
                  <a:pt x="94" y="-15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02" name=""/>
          <p:cNvSpPr/>
          <p:nvPr/>
        </p:nvSpPr>
        <p:spPr>
          <a:xfrm>
            <a:off x="4793400" y="287352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5"/>
                  <a:pt x="94" y="-15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3" name=""/>
          <p:cNvSpPr/>
          <p:nvPr/>
        </p:nvSpPr>
        <p:spPr>
          <a:xfrm>
            <a:off x="5205600" y="275616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09"/>
                  <a:pt x="0" y="109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04" name=""/>
          <p:cNvSpPr/>
          <p:nvPr/>
        </p:nvSpPr>
        <p:spPr>
          <a:xfrm>
            <a:off x="5205600" y="275616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09"/>
                  <a:pt x="0" y="109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5" name=""/>
          <p:cNvSpPr/>
          <p:nvPr/>
        </p:nvSpPr>
        <p:spPr>
          <a:xfrm>
            <a:off x="4802400" y="307044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5"/>
                  <a:pt x="94" y="-15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06" name=""/>
          <p:cNvSpPr/>
          <p:nvPr/>
        </p:nvSpPr>
        <p:spPr>
          <a:xfrm>
            <a:off x="4802400" y="307044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5"/>
                  <a:pt x="94" y="-15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7" name=""/>
          <p:cNvSpPr/>
          <p:nvPr/>
        </p:nvSpPr>
        <p:spPr>
          <a:xfrm>
            <a:off x="5122800" y="2766600"/>
            <a:ext cx="33840" cy="34200"/>
          </a:xfrm>
          <a:custGeom>
            <a:avLst/>
            <a:gdLst/>
            <a:ahLst/>
            <a:rect l="0" t="0" r="r" b="b"/>
            <a:pathLst>
              <a:path w="94" h="95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08" name=""/>
          <p:cNvSpPr/>
          <p:nvPr/>
        </p:nvSpPr>
        <p:spPr>
          <a:xfrm>
            <a:off x="5122800" y="2766600"/>
            <a:ext cx="33840" cy="34200"/>
          </a:xfrm>
          <a:custGeom>
            <a:avLst/>
            <a:gdLst/>
            <a:ahLst/>
            <a:rect l="0" t="0" r="r" b="b"/>
            <a:pathLst>
              <a:path fill="none" w="94" h="95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9" name=""/>
          <p:cNvSpPr/>
          <p:nvPr/>
        </p:nvSpPr>
        <p:spPr>
          <a:xfrm>
            <a:off x="4936320" y="290016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5"/>
                  <a:pt x="94" y="-15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10" name=""/>
          <p:cNvSpPr/>
          <p:nvPr/>
        </p:nvSpPr>
        <p:spPr>
          <a:xfrm>
            <a:off x="4936320" y="290016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5"/>
                  <a:pt x="94" y="-15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1" name=""/>
          <p:cNvSpPr/>
          <p:nvPr/>
        </p:nvSpPr>
        <p:spPr>
          <a:xfrm>
            <a:off x="4888440" y="2843280"/>
            <a:ext cx="33480" cy="33480"/>
          </a:xfrm>
          <a:custGeom>
            <a:avLst/>
            <a:gdLst/>
            <a:ahLst/>
            <a:rect l="0" t="0" r="r" b="b"/>
            <a:pathLst>
              <a:path w="93" h="93">
                <a:moveTo>
                  <a:pt x="0" y="47"/>
                </a:moveTo>
                <a:cubicBezTo>
                  <a:pt x="0" y="-15"/>
                  <a:pt x="93" y="-15"/>
                  <a:pt x="93" y="47"/>
                </a:cubicBezTo>
                <a:cubicBezTo>
                  <a:pt x="93" y="109"/>
                  <a:pt x="0" y="109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12" name=""/>
          <p:cNvSpPr/>
          <p:nvPr/>
        </p:nvSpPr>
        <p:spPr>
          <a:xfrm>
            <a:off x="4888440" y="2843280"/>
            <a:ext cx="33480" cy="33480"/>
          </a:xfrm>
          <a:custGeom>
            <a:avLst/>
            <a:gdLst/>
            <a:ahLst/>
            <a:rect l="0" t="0" r="r" b="b"/>
            <a:pathLst>
              <a:path fill="none" w="93" h="93">
                <a:moveTo>
                  <a:pt x="93" y="47"/>
                </a:moveTo>
                <a:cubicBezTo>
                  <a:pt x="93" y="109"/>
                  <a:pt x="0" y="109"/>
                  <a:pt x="0" y="47"/>
                </a:cubicBezTo>
                <a:cubicBezTo>
                  <a:pt x="0" y="-15"/>
                  <a:pt x="93" y="-15"/>
                  <a:pt x="93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3" name=""/>
          <p:cNvSpPr/>
          <p:nvPr/>
        </p:nvSpPr>
        <p:spPr>
          <a:xfrm>
            <a:off x="4536720" y="286848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09"/>
                  <a:pt x="0" y="109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14" name=""/>
          <p:cNvSpPr/>
          <p:nvPr/>
        </p:nvSpPr>
        <p:spPr>
          <a:xfrm>
            <a:off x="4536720" y="286848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09"/>
                  <a:pt x="0" y="109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5" name=""/>
          <p:cNvSpPr/>
          <p:nvPr/>
        </p:nvSpPr>
        <p:spPr>
          <a:xfrm>
            <a:off x="5170320" y="281736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09"/>
                  <a:pt x="0" y="109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16" name=""/>
          <p:cNvSpPr/>
          <p:nvPr/>
        </p:nvSpPr>
        <p:spPr>
          <a:xfrm>
            <a:off x="5170320" y="281736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09"/>
                  <a:pt x="0" y="109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7" name=""/>
          <p:cNvSpPr/>
          <p:nvPr/>
        </p:nvSpPr>
        <p:spPr>
          <a:xfrm>
            <a:off x="5195520" y="279036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09"/>
                  <a:pt x="0" y="109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18" name=""/>
          <p:cNvSpPr/>
          <p:nvPr/>
        </p:nvSpPr>
        <p:spPr>
          <a:xfrm>
            <a:off x="5195520" y="279036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09"/>
                  <a:pt x="0" y="109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9" name=""/>
          <p:cNvSpPr txBox="1"/>
          <p:nvPr/>
        </p:nvSpPr>
        <p:spPr>
          <a:xfrm>
            <a:off x="3509280" y="3391200"/>
            <a:ext cx="5936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3% agree on sign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0" name=""/>
          <p:cNvSpPr txBox="1"/>
          <p:nvPr/>
        </p:nvSpPr>
        <p:spPr>
          <a:xfrm>
            <a:off x="5717880" y="2340000"/>
            <a:ext cx="2793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ρ = 0.44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1" name=""/>
          <p:cNvSpPr/>
          <p:nvPr/>
        </p:nvSpPr>
        <p:spPr>
          <a:xfrm>
            <a:off x="4294080" y="3264120"/>
            <a:ext cx="1802520" cy="884520"/>
          </a:xfrm>
          <a:custGeom>
            <a:avLst/>
            <a:gdLst/>
            <a:ahLst/>
            <a:rect l="0" t="0" r="r" b="b"/>
            <a:pathLst>
              <a:path w="5007" h="2457">
                <a:moveTo>
                  <a:pt x="0" y="0"/>
                </a:moveTo>
                <a:lnTo>
                  <a:pt x="5007" y="0"/>
                </a:lnTo>
                <a:lnTo>
                  <a:pt x="5007" y="2457"/>
                </a:lnTo>
                <a:lnTo>
                  <a:pt x="0" y="245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2" name=""/>
          <p:cNvSpPr/>
          <p:nvPr/>
        </p:nvSpPr>
        <p:spPr>
          <a:xfrm>
            <a:off x="4294080" y="3693600"/>
            <a:ext cx="1801800" cy="0"/>
          </a:xfrm>
          <a:prstGeom prst="line">
            <a:avLst/>
          </a:prstGeom>
          <a:ln w="7920">
            <a:solidFill>
              <a:srgbClr val="9A9A9A"/>
            </a:solidFill>
            <a:custDash>
              <a:ds d="118182" sp="359091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3" name=""/>
          <p:cNvSpPr/>
          <p:nvPr/>
        </p:nvSpPr>
        <p:spPr>
          <a:xfrm flipV="1">
            <a:off x="4640760" y="3264120"/>
            <a:ext cx="0" cy="884160"/>
          </a:xfrm>
          <a:prstGeom prst="line">
            <a:avLst/>
          </a:prstGeom>
          <a:ln w="7920">
            <a:solidFill>
              <a:srgbClr val="9A9A9A"/>
            </a:solidFill>
            <a:custDash>
              <a:ds d="118182" sp="359091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4" name=""/>
          <p:cNvSpPr/>
          <p:nvPr/>
        </p:nvSpPr>
        <p:spPr>
          <a:xfrm flipV="1">
            <a:off x="4294080" y="3264120"/>
            <a:ext cx="927360" cy="686880"/>
          </a:xfrm>
          <a:prstGeom prst="line">
            <a:avLst/>
          </a:prstGeom>
          <a:ln w="6480">
            <a:solidFill>
              <a:srgbClr val="9A9A9A"/>
            </a:solidFill>
            <a:custDash>
              <a:ds d="583333" sp="583333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5" name=""/>
          <p:cNvSpPr/>
          <p:nvPr/>
        </p:nvSpPr>
        <p:spPr>
          <a:xfrm>
            <a:off x="5642640" y="390420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5"/>
                  <a:pt x="94" y="-15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26" name=""/>
          <p:cNvSpPr/>
          <p:nvPr/>
        </p:nvSpPr>
        <p:spPr>
          <a:xfrm>
            <a:off x="5642640" y="390420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5"/>
                  <a:pt x="94" y="-15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7" name=""/>
          <p:cNvSpPr/>
          <p:nvPr/>
        </p:nvSpPr>
        <p:spPr>
          <a:xfrm>
            <a:off x="5593680" y="3777840"/>
            <a:ext cx="33840" cy="33480"/>
          </a:xfrm>
          <a:custGeom>
            <a:avLst/>
            <a:gdLst/>
            <a:ahLst/>
            <a:rect l="0" t="0" r="r" b="b"/>
            <a:pathLst>
              <a:path w="94" h="93">
                <a:moveTo>
                  <a:pt x="0" y="47"/>
                </a:moveTo>
                <a:cubicBezTo>
                  <a:pt x="0" y="-15"/>
                  <a:pt x="94" y="-15"/>
                  <a:pt x="94" y="47"/>
                </a:cubicBezTo>
                <a:cubicBezTo>
                  <a:pt x="94" y="109"/>
                  <a:pt x="0" y="109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28" name=""/>
          <p:cNvSpPr/>
          <p:nvPr/>
        </p:nvSpPr>
        <p:spPr>
          <a:xfrm>
            <a:off x="5593680" y="3777840"/>
            <a:ext cx="33840" cy="33480"/>
          </a:xfrm>
          <a:custGeom>
            <a:avLst/>
            <a:gdLst/>
            <a:ahLst/>
            <a:rect l="0" t="0" r="r" b="b"/>
            <a:pathLst>
              <a:path fill="none" w="94" h="93">
                <a:moveTo>
                  <a:pt x="94" y="47"/>
                </a:moveTo>
                <a:cubicBezTo>
                  <a:pt x="94" y="109"/>
                  <a:pt x="0" y="109"/>
                  <a:pt x="0" y="47"/>
                </a:cubicBezTo>
                <a:cubicBezTo>
                  <a:pt x="0" y="-15"/>
                  <a:pt x="94" y="-15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9" name=""/>
          <p:cNvSpPr/>
          <p:nvPr/>
        </p:nvSpPr>
        <p:spPr>
          <a:xfrm>
            <a:off x="5632200" y="3958920"/>
            <a:ext cx="33840" cy="34200"/>
          </a:xfrm>
          <a:custGeom>
            <a:avLst/>
            <a:gdLst/>
            <a:ahLst/>
            <a:rect l="0" t="0" r="r" b="b"/>
            <a:pathLst>
              <a:path w="94" h="95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30" name=""/>
          <p:cNvSpPr/>
          <p:nvPr/>
        </p:nvSpPr>
        <p:spPr>
          <a:xfrm>
            <a:off x="5632200" y="3958920"/>
            <a:ext cx="33840" cy="34200"/>
          </a:xfrm>
          <a:custGeom>
            <a:avLst/>
            <a:gdLst/>
            <a:ahLst/>
            <a:rect l="0" t="0" r="r" b="b"/>
            <a:pathLst>
              <a:path fill="none" w="94" h="95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1" name=""/>
          <p:cNvSpPr/>
          <p:nvPr/>
        </p:nvSpPr>
        <p:spPr>
          <a:xfrm>
            <a:off x="5959080" y="383544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5"/>
                  <a:pt x="94" y="-15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32" name=""/>
          <p:cNvSpPr/>
          <p:nvPr/>
        </p:nvSpPr>
        <p:spPr>
          <a:xfrm>
            <a:off x="5959080" y="383544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5"/>
                  <a:pt x="94" y="-15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3" name=""/>
          <p:cNvSpPr/>
          <p:nvPr/>
        </p:nvSpPr>
        <p:spPr>
          <a:xfrm>
            <a:off x="5109840" y="386244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5"/>
                  <a:pt x="94" y="-15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34" name=""/>
          <p:cNvSpPr/>
          <p:nvPr/>
        </p:nvSpPr>
        <p:spPr>
          <a:xfrm>
            <a:off x="5109840" y="386244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5"/>
                  <a:pt x="94" y="-15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5" name=""/>
          <p:cNvSpPr/>
          <p:nvPr/>
        </p:nvSpPr>
        <p:spPr>
          <a:xfrm>
            <a:off x="5991120" y="3819960"/>
            <a:ext cx="33840" cy="34200"/>
          </a:xfrm>
          <a:custGeom>
            <a:avLst/>
            <a:gdLst/>
            <a:ahLst/>
            <a:rect l="0" t="0" r="r" b="b"/>
            <a:pathLst>
              <a:path w="94" h="95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36" name=""/>
          <p:cNvSpPr/>
          <p:nvPr/>
        </p:nvSpPr>
        <p:spPr>
          <a:xfrm>
            <a:off x="5991120" y="3819960"/>
            <a:ext cx="33840" cy="34200"/>
          </a:xfrm>
          <a:custGeom>
            <a:avLst/>
            <a:gdLst/>
            <a:ahLst/>
            <a:rect l="0" t="0" r="r" b="b"/>
            <a:pathLst>
              <a:path fill="none" w="94" h="95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7" name=""/>
          <p:cNvSpPr/>
          <p:nvPr/>
        </p:nvSpPr>
        <p:spPr>
          <a:xfrm>
            <a:off x="5806440" y="391212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09"/>
                  <a:pt x="0" y="109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38" name=""/>
          <p:cNvSpPr/>
          <p:nvPr/>
        </p:nvSpPr>
        <p:spPr>
          <a:xfrm>
            <a:off x="5806440" y="391212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09"/>
                  <a:pt x="0" y="109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9" name=""/>
          <p:cNvSpPr/>
          <p:nvPr/>
        </p:nvSpPr>
        <p:spPr>
          <a:xfrm>
            <a:off x="5767920" y="3891960"/>
            <a:ext cx="33840" cy="34200"/>
          </a:xfrm>
          <a:custGeom>
            <a:avLst/>
            <a:gdLst/>
            <a:ahLst/>
            <a:rect l="0" t="0" r="r" b="b"/>
            <a:pathLst>
              <a:path w="94" h="95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40" name=""/>
          <p:cNvSpPr/>
          <p:nvPr/>
        </p:nvSpPr>
        <p:spPr>
          <a:xfrm>
            <a:off x="5767920" y="3891960"/>
            <a:ext cx="33840" cy="34200"/>
          </a:xfrm>
          <a:custGeom>
            <a:avLst/>
            <a:gdLst/>
            <a:ahLst/>
            <a:rect l="0" t="0" r="r" b="b"/>
            <a:pathLst>
              <a:path fill="none" w="94" h="95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1" name=""/>
          <p:cNvSpPr/>
          <p:nvPr/>
        </p:nvSpPr>
        <p:spPr>
          <a:xfrm>
            <a:off x="5967000" y="3857760"/>
            <a:ext cx="33840" cy="34200"/>
          </a:xfrm>
          <a:custGeom>
            <a:avLst/>
            <a:gdLst/>
            <a:ahLst/>
            <a:rect l="0" t="0" r="r" b="b"/>
            <a:pathLst>
              <a:path w="94" h="95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42" name=""/>
          <p:cNvSpPr/>
          <p:nvPr/>
        </p:nvSpPr>
        <p:spPr>
          <a:xfrm>
            <a:off x="5967000" y="3857760"/>
            <a:ext cx="33840" cy="34200"/>
          </a:xfrm>
          <a:custGeom>
            <a:avLst/>
            <a:gdLst/>
            <a:ahLst/>
            <a:rect l="0" t="0" r="r" b="b"/>
            <a:pathLst>
              <a:path fill="none" w="94" h="95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3" name=""/>
          <p:cNvSpPr/>
          <p:nvPr/>
        </p:nvSpPr>
        <p:spPr>
          <a:xfrm>
            <a:off x="5482800" y="3950280"/>
            <a:ext cx="33480" cy="33480"/>
          </a:xfrm>
          <a:custGeom>
            <a:avLst/>
            <a:gdLst/>
            <a:ahLst/>
            <a:rect l="0" t="0" r="r" b="b"/>
            <a:pathLst>
              <a:path w="93" h="93">
                <a:moveTo>
                  <a:pt x="0" y="47"/>
                </a:moveTo>
                <a:cubicBezTo>
                  <a:pt x="0" y="-16"/>
                  <a:pt x="93" y="-16"/>
                  <a:pt x="93" y="47"/>
                </a:cubicBezTo>
                <a:cubicBezTo>
                  <a:pt x="93" y="108"/>
                  <a:pt x="0" y="108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44" name=""/>
          <p:cNvSpPr/>
          <p:nvPr/>
        </p:nvSpPr>
        <p:spPr>
          <a:xfrm>
            <a:off x="5482800" y="3950280"/>
            <a:ext cx="33480" cy="33480"/>
          </a:xfrm>
          <a:custGeom>
            <a:avLst/>
            <a:gdLst/>
            <a:ahLst/>
            <a:rect l="0" t="0" r="r" b="b"/>
            <a:pathLst>
              <a:path fill="none" w="93" h="93">
                <a:moveTo>
                  <a:pt x="93" y="47"/>
                </a:moveTo>
                <a:cubicBezTo>
                  <a:pt x="93" y="108"/>
                  <a:pt x="0" y="108"/>
                  <a:pt x="0" y="47"/>
                </a:cubicBezTo>
                <a:cubicBezTo>
                  <a:pt x="0" y="-16"/>
                  <a:pt x="93" y="-16"/>
                  <a:pt x="93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5" name=""/>
          <p:cNvSpPr/>
          <p:nvPr/>
        </p:nvSpPr>
        <p:spPr>
          <a:xfrm>
            <a:off x="4942800" y="390924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09"/>
                  <a:pt x="0" y="109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46" name=""/>
          <p:cNvSpPr/>
          <p:nvPr/>
        </p:nvSpPr>
        <p:spPr>
          <a:xfrm>
            <a:off x="4942800" y="390924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09"/>
                  <a:pt x="0" y="109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7" name=""/>
          <p:cNvSpPr/>
          <p:nvPr/>
        </p:nvSpPr>
        <p:spPr>
          <a:xfrm>
            <a:off x="5582520" y="3751200"/>
            <a:ext cx="33840" cy="33480"/>
          </a:xfrm>
          <a:custGeom>
            <a:avLst/>
            <a:gdLst/>
            <a:ahLst/>
            <a:rect l="0" t="0" r="r" b="b"/>
            <a:pathLst>
              <a:path w="94" h="93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08"/>
                  <a:pt x="0" y="108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48" name=""/>
          <p:cNvSpPr/>
          <p:nvPr/>
        </p:nvSpPr>
        <p:spPr>
          <a:xfrm>
            <a:off x="5582520" y="3751200"/>
            <a:ext cx="33840" cy="33480"/>
          </a:xfrm>
          <a:custGeom>
            <a:avLst/>
            <a:gdLst/>
            <a:ahLst/>
            <a:rect l="0" t="0" r="r" b="b"/>
            <a:pathLst>
              <a:path fill="none" w="94" h="93">
                <a:moveTo>
                  <a:pt x="94" y="47"/>
                </a:moveTo>
                <a:cubicBezTo>
                  <a:pt x="94" y="108"/>
                  <a:pt x="0" y="108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9" name=""/>
          <p:cNvSpPr/>
          <p:nvPr/>
        </p:nvSpPr>
        <p:spPr>
          <a:xfrm>
            <a:off x="5697720" y="3735000"/>
            <a:ext cx="33480" cy="33840"/>
          </a:xfrm>
          <a:custGeom>
            <a:avLst/>
            <a:gdLst/>
            <a:ahLst/>
            <a:rect l="0" t="0" r="r" b="b"/>
            <a:pathLst>
              <a:path w="93" h="94">
                <a:moveTo>
                  <a:pt x="0" y="47"/>
                </a:moveTo>
                <a:cubicBezTo>
                  <a:pt x="0" y="-15"/>
                  <a:pt x="93" y="-15"/>
                  <a:pt x="93" y="47"/>
                </a:cubicBezTo>
                <a:cubicBezTo>
                  <a:pt x="93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50" name=""/>
          <p:cNvSpPr/>
          <p:nvPr/>
        </p:nvSpPr>
        <p:spPr>
          <a:xfrm>
            <a:off x="5697720" y="3735000"/>
            <a:ext cx="33480" cy="33840"/>
          </a:xfrm>
          <a:custGeom>
            <a:avLst/>
            <a:gdLst/>
            <a:ahLst/>
            <a:rect l="0" t="0" r="r" b="b"/>
            <a:pathLst>
              <a:path fill="none" w="93" h="94">
                <a:moveTo>
                  <a:pt x="93" y="47"/>
                </a:moveTo>
                <a:cubicBezTo>
                  <a:pt x="93" y="110"/>
                  <a:pt x="0" y="110"/>
                  <a:pt x="0" y="47"/>
                </a:cubicBezTo>
                <a:cubicBezTo>
                  <a:pt x="0" y="-15"/>
                  <a:pt x="93" y="-15"/>
                  <a:pt x="93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1" name=""/>
          <p:cNvSpPr/>
          <p:nvPr/>
        </p:nvSpPr>
        <p:spPr>
          <a:xfrm>
            <a:off x="5639400" y="377316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5"/>
                  <a:pt x="94" y="-15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52" name=""/>
          <p:cNvSpPr/>
          <p:nvPr/>
        </p:nvSpPr>
        <p:spPr>
          <a:xfrm>
            <a:off x="5639400" y="377316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5"/>
                  <a:pt x="94" y="-15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3" name=""/>
          <p:cNvSpPr/>
          <p:nvPr/>
        </p:nvSpPr>
        <p:spPr>
          <a:xfrm>
            <a:off x="4826520" y="3960000"/>
            <a:ext cx="33480" cy="34200"/>
          </a:xfrm>
          <a:custGeom>
            <a:avLst/>
            <a:gdLst/>
            <a:ahLst/>
            <a:rect l="0" t="0" r="r" b="b"/>
            <a:pathLst>
              <a:path w="93" h="95">
                <a:moveTo>
                  <a:pt x="0" y="47"/>
                </a:moveTo>
                <a:cubicBezTo>
                  <a:pt x="0" y="-16"/>
                  <a:pt x="93" y="-16"/>
                  <a:pt x="93" y="47"/>
                </a:cubicBezTo>
                <a:cubicBezTo>
                  <a:pt x="93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54" name=""/>
          <p:cNvSpPr/>
          <p:nvPr/>
        </p:nvSpPr>
        <p:spPr>
          <a:xfrm>
            <a:off x="4826520" y="3960000"/>
            <a:ext cx="33480" cy="34200"/>
          </a:xfrm>
          <a:custGeom>
            <a:avLst/>
            <a:gdLst/>
            <a:ahLst/>
            <a:rect l="0" t="0" r="r" b="b"/>
            <a:pathLst>
              <a:path fill="none" w="93" h="95">
                <a:moveTo>
                  <a:pt x="93" y="47"/>
                </a:moveTo>
                <a:cubicBezTo>
                  <a:pt x="93" y="110"/>
                  <a:pt x="0" y="110"/>
                  <a:pt x="0" y="47"/>
                </a:cubicBezTo>
                <a:cubicBezTo>
                  <a:pt x="0" y="-16"/>
                  <a:pt x="93" y="-16"/>
                  <a:pt x="93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5" name=""/>
          <p:cNvSpPr/>
          <p:nvPr/>
        </p:nvSpPr>
        <p:spPr>
          <a:xfrm>
            <a:off x="5821560" y="3753000"/>
            <a:ext cx="33840" cy="34200"/>
          </a:xfrm>
          <a:custGeom>
            <a:avLst/>
            <a:gdLst/>
            <a:ahLst/>
            <a:rect l="0" t="0" r="r" b="b"/>
            <a:pathLst>
              <a:path w="94" h="95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56" name=""/>
          <p:cNvSpPr/>
          <p:nvPr/>
        </p:nvSpPr>
        <p:spPr>
          <a:xfrm>
            <a:off x="5821560" y="3753000"/>
            <a:ext cx="33840" cy="34200"/>
          </a:xfrm>
          <a:custGeom>
            <a:avLst/>
            <a:gdLst/>
            <a:ahLst/>
            <a:rect l="0" t="0" r="r" b="b"/>
            <a:pathLst>
              <a:path fill="none" w="94" h="95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7" name=""/>
          <p:cNvSpPr/>
          <p:nvPr/>
        </p:nvSpPr>
        <p:spPr>
          <a:xfrm>
            <a:off x="5712480" y="3863520"/>
            <a:ext cx="33480" cy="33840"/>
          </a:xfrm>
          <a:custGeom>
            <a:avLst/>
            <a:gdLst/>
            <a:ahLst/>
            <a:rect l="0" t="0" r="r" b="b"/>
            <a:pathLst>
              <a:path w="93" h="94">
                <a:moveTo>
                  <a:pt x="0" y="47"/>
                </a:moveTo>
                <a:cubicBezTo>
                  <a:pt x="0" y="-15"/>
                  <a:pt x="93" y="-15"/>
                  <a:pt x="93" y="47"/>
                </a:cubicBezTo>
                <a:cubicBezTo>
                  <a:pt x="93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58" name=""/>
          <p:cNvSpPr/>
          <p:nvPr/>
        </p:nvSpPr>
        <p:spPr>
          <a:xfrm>
            <a:off x="5712480" y="3863520"/>
            <a:ext cx="33480" cy="33840"/>
          </a:xfrm>
          <a:custGeom>
            <a:avLst/>
            <a:gdLst/>
            <a:ahLst/>
            <a:rect l="0" t="0" r="r" b="b"/>
            <a:pathLst>
              <a:path fill="none" w="93" h="94">
                <a:moveTo>
                  <a:pt x="93" y="47"/>
                </a:moveTo>
                <a:cubicBezTo>
                  <a:pt x="93" y="110"/>
                  <a:pt x="0" y="110"/>
                  <a:pt x="0" y="47"/>
                </a:cubicBezTo>
                <a:cubicBezTo>
                  <a:pt x="0" y="-15"/>
                  <a:pt x="93" y="-15"/>
                  <a:pt x="93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9" name=""/>
          <p:cNvSpPr/>
          <p:nvPr/>
        </p:nvSpPr>
        <p:spPr>
          <a:xfrm>
            <a:off x="4963680" y="3979800"/>
            <a:ext cx="33480" cy="33480"/>
          </a:xfrm>
          <a:custGeom>
            <a:avLst/>
            <a:gdLst/>
            <a:ahLst/>
            <a:rect l="0" t="0" r="r" b="b"/>
            <a:pathLst>
              <a:path w="93" h="93">
                <a:moveTo>
                  <a:pt x="0" y="47"/>
                </a:moveTo>
                <a:cubicBezTo>
                  <a:pt x="0" y="-15"/>
                  <a:pt x="93" y="-15"/>
                  <a:pt x="93" y="47"/>
                </a:cubicBezTo>
                <a:cubicBezTo>
                  <a:pt x="93" y="109"/>
                  <a:pt x="0" y="109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60" name=""/>
          <p:cNvSpPr/>
          <p:nvPr/>
        </p:nvSpPr>
        <p:spPr>
          <a:xfrm>
            <a:off x="4963680" y="3979800"/>
            <a:ext cx="33480" cy="33480"/>
          </a:xfrm>
          <a:custGeom>
            <a:avLst/>
            <a:gdLst/>
            <a:ahLst/>
            <a:rect l="0" t="0" r="r" b="b"/>
            <a:pathLst>
              <a:path fill="none" w="93" h="93">
                <a:moveTo>
                  <a:pt x="93" y="47"/>
                </a:moveTo>
                <a:cubicBezTo>
                  <a:pt x="93" y="109"/>
                  <a:pt x="0" y="109"/>
                  <a:pt x="0" y="47"/>
                </a:cubicBezTo>
                <a:cubicBezTo>
                  <a:pt x="0" y="-15"/>
                  <a:pt x="93" y="-15"/>
                  <a:pt x="93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1" name=""/>
          <p:cNvSpPr/>
          <p:nvPr/>
        </p:nvSpPr>
        <p:spPr>
          <a:xfrm>
            <a:off x="5245200" y="4082400"/>
            <a:ext cx="33480" cy="33840"/>
          </a:xfrm>
          <a:custGeom>
            <a:avLst/>
            <a:gdLst/>
            <a:ahLst/>
            <a:rect l="0" t="0" r="r" b="b"/>
            <a:pathLst>
              <a:path w="93" h="94">
                <a:moveTo>
                  <a:pt x="0" y="47"/>
                </a:moveTo>
                <a:cubicBezTo>
                  <a:pt x="0" y="-16"/>
                  <a:pt x="93" y="-16"/>
                  <a:pt x="93" y="47"/>
                </a:cubicBezTo>
                <a:cubicBezTo>
                  <a:pt x="93" y="109"/>
                  <a:pt x="0" y="109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62" name=""/>
          <p:cNvSpPr/>
          <p:nvPr/>
        </p:nvSpPr>
        <p:spPr>
          <a:xfrm>
            <a:off x="5245200" y="4082400"/>
            <a:ext cx="33480" cy="33840"/>
          </a:xfrm>
          <a:custGeom>
            <a:avLst/>
            <a:gdLst/>
            <a:ahLst/>
            <a:rect l="0" t="0" r="r" b="b"/>
            <a:pathLst>
              <a:path fill="none" w="93" h="94">
                <a:moveTo>
                  <a:pt x="93" y="47"/>
                </a:moveTo>
                <a:cubicBezTo>
                  <a:pt x="93" y="109"/>
                  <a:pt x="0" y="109"/>
                  <a:pt x="0" y="47"/>
                </a:cubicBezTo>
                <a:cubicBezTo>
                  <a:pt x="0" y="-16"/>
                  <a:pt x="93" y="-16"/>
                  <a:pt x="93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3" name=""/>
          <p:cNvSpPr/>
          <p:nvPr/>
        </p:nvSpPr>
        <p:spPr>
          <a:xfrm>
            <a:off x="4930560" y="3989520"/>
            <a:ext cx="33480" cy="34200"/>
          </a:xfrm>
          <a:custGeom>
            <a:avLst/>
            <a:gdLst/>
            <a:ahLst/>
            <a:rect l="0" t="0" r="r" b="b"/>
            <a:pathLst>
              <a:path w="93" h="95">
                <a:moveTo>
                  <a:pt x="0" y="47"/>
                </a:moveTo>
                <a:cubicBezTo>
                  <a:pt x="0" y="-16"/>
                  <a:pt x="93" y="-16"/>
                  <a:pt x="93" y="47"/>
                </a:cubicBezTo>
                <a:cubicBezTo>
                  <a:pt x="93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64" name=""/>
          <p:cNvSpPr/>
          <p:nvPr/>
        </p:nvSpPr>
        <p:spPr>
          <a:xfrm>
            <a:off x="4930560" y="3989520"/>
            <a:ext cx="33480" cy="34200"/>
          </a:xfrm>
          <a:custGeom>
            <a:avLst/>
            <a:gdLst/>
            <a:ahLst/>
            <a:rect l="0" t="0" r="r" b="b"/>
            <a:pathLst>
              <a:path fill="none" w="93" h="95">
                <a:moveTo>
                  <a:pt x="93" y="47"/>
                </a:moveTo>
                <a:cubicBezTo>
                  <a:pt x="93" y="110"/>
                  <a:pt x="0" y="110"/>
                  <a:pt x="0" y="47"/>
                </a:cubicBezTo>
                <a:cubicBezTo>
                  <a:pt x="0" y="-16"/>
                  <a:pt x="93" y="-16"/>
                  <a:pt x="93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5" name=""/>
          <p:cNvSpPr/>
          <p:nvPr/>
        </p:nvSpPr>
        <p:spPr>
          <a:xfrm>
            <a:off x="5601960" y="3849480"/>
            <a:ext cx="33840" cy="33480"/>
          </a:xfrm>
          <a:custGeom>
            <a:avLst/>
            <a:gdLst/>
            <a:ahLst/>
            <a:rect l="0" t="0" r="r" b="b"/>
            <a:pathLst>
              <a:path w="94" h="93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08"/>
                  <a:pt x="0" y="108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66" name=""/>
          <p:cNvSpPr/>
          <p:nvPr/>
        </p:nvSpPr>
        <p:spPr>
          <a:xfrm>
            <a:off x="5601960" y="3849480"/>
            <a:ext cx="33840" cy="33480"/>
          </a:xfrm>
          <a:custGeom>
            <a:avLst/>
            <a:gdLst/>
            <a:ahLst/>
            <a:rect l="0" t="0" r="r" b="b"/>
            <a:pathLst>
              <a:path fill="none" w="94" h="93">
                <a:moveTo>
                  <a:pt x="94" y="47"/>
                </a:moveTo>
                <a:cubicBezTo>
                  <a:pt x="94" y="108"/>
                  <a:pt x="0" y="108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7" name=""/>
          <p:cNvSpPr/>
          <p:nvPr/>
        </p:nvSpPr>
        <p:spPr>
          <a:xfrm>
            <a:off x="5379480" y="3867840"/>
            <a:ext cx="33840" cy="33480"/>
          </a:xfrm>
          <a:custGeom>
            <a:avLst/>
            <a:gdLst/>
            <a:ahLst/>
            <a:rect l="0" t="0" r="r" b="b"/>
            <a:pathLst>
              <a:path w="94" h="93">
                <a:moveTo>
                  <a:pt x="0" y="47"/>
                </a:moveTo>
                <a:cubicBezTo>
                  <a:pt x="0" y="-15"/>
                  <a:pt x="94" y="-15"/>
                  <a:pt x="94" y="47"/>
                </a:cubicBezTo>
                <a:cubicBezTo>
                  <a:pt x="94" y="109"/>
                  <a:pt x="0" y="109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68" name=""/>
          <p:cNvSpPr/>
          <p:nvPr/>
        </p:nvSpPr>
        <p:spPr>
          <a:xfrm>
            <a:off x="5379480" y="3867840"/>
            <a:ext cx="33840" cy="33480"/>
          </a:xfrm>
          <a:custGeom>
            <a:avLst/>
            <a:gdLst/>
            <a:ahLst/>
            <a:rect l="0" t="0" r="r" b="b"/>
            <a:pathLst>
              <a:path fill="none" w="94" h="93">
                <a:moveTo>
                  <a:pt x="94" y="47"/>
                </a:moveTo>
                <a:cubicBezTo>
                  <a:pt x="94" y="109"/>
                  <a:pt x="0" y="109"/>
                  <a:pt x="0" y="47"/>
                </a:cubicBezTo>
                <a:cubicBezTo>
                  <a:pt x="0" y="-15"/>
                  <a:pt x="94" y="-15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9" name=""/>
          <p:cNvSpPr/>
          <p:nvPr/>
        </p:nvSpPr>
        <p:spPr>
          <a:xfrm>
            <a:off x="5945040" y="3725640"/>
            <a:ext cx="33840" cy="34200"/>
          </a:xfrm>
          <a:custGeom>
            <a:avLst/>
            <a:gdLst/>
            <a:ahLst/>
            <a:rect l="0" t="0" r="r" b="b"/>
            <a:pathLst>
              <a:path w="94" h="95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70" name=""/>
          <p:cNvSpPr/>
          <p:nvPr/>
        </p:nvSpPr>
        <p:spPr>
          <a:xfrm>
            <a:off x="5945040" y="3725640"/>
            <a:ext cx="33840" cy="34200"/>
          </a:xfrm>
          <a:custGeom>
            <a:avLst/>
            <a:gdLst/>
            <a:ahLst/>
            <a:rect l="0" t="0" r="r" b="b"/>
            <a:pathLst>
              <a:path fill="none" w="94" h="95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1" name=""/>
          <p:cNvSpPr/>
          <p:nvPr/>
        </p:nvSpPr>
        <p:spPr>
          <a:xfrm>
            <a:off x="5387040" y="406728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5"/>
                  <a:pt x="94" y="-15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72" name=""/>
          <p:cNvSpPr/>
          <p:nvPr/>
        </p:nvSpPr>
        <p:spPr>
          <a:xfrm>
            <a:off x="5387040" y="406728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5"/>
                  <a:pt x="94" y="-15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3" name=""/>
          <p:cNvSpPr/>
          <p:nvPr/>
        </p:nvSpPr>
        <p:spPr>
          <a:xfrm>
            <a:off x="5792760" y="373176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5"/>
                  <a:pt x="94" y="-15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74" name=""/>
          <p:cNvSpPr/>
          <p:nvPr/>
        </p:nvSpPr>
        <p:spPr>
          <a:xfrm>
            <a:off x="5792760" y="373176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5"/>
                  <a:pt x="94" y="-15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5" name=""/>
          <p:cNvSpPr/>
          <p:nvPr/>
        </p:nvSpPr>
        <p:spPr>
          <a:xfrm>
            <a:off x="5509080" y="390240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5"/>
                  <a:pt x="94" y="-15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76" name=""/>
          <p:cNvSpPr/>
          <p:nvPr/>
        </p:nvSpPr>
        <p:spPr>
          <a:xfrm>
            <a:off x="5509080" y="390240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5"/>
                  <a:pt x="94" y="-15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7" name=""/>
          <p:cNvSpPr/>
          <p:nvPr/>
        </p:nvSpPr>
        <p:spPr>
          <a:xfrm>
            <a:off x="5397120" y="382680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09"/>
                  <a:pt x="0" y="109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78" name=""/>
          <p:cNvSpPr/>
          <p:nvPr/>
        </p:nvSpPr>
        <p:spPr>
          <a:xfrm>
            <a:off x="5397120" y="382680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09"/>
                  <a:pt x="0" y="109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9" name=""/>
          <p:cNvSpPr/>
          <p:nvPr/>
        </p:nvSpPr>
        <p:spPr>
          <a:xfrm>
            <a:off x="4685760" y="381168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09"/>
                  <a:pt x="0" y="109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80" name=""/>
          <p:cNvSpPr/>
          <p:nvPr/>
        </p:nvSpPr>
        <p:spPr>
          <a:xfrm>
            <a:off x="4685760" y="381168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09"/>
                  <a:pt x="0" y="109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1" name=""/>
          <p:cNvSpPr/>
          <p:nvPr/>
        </p:nvSpPr>
        <p:spPr>
          <a:xfrm>
            <a:off x="5894640" y="3782160"/>
            <a:ext cx="33840" cy="33840"/>
          </a:xfrm>
          <a:custGeom>
            <a:avLst/>
            <a:gdLst/>
            <a:ahLst/>
            <a:rect l="0" t="0" r="r" b="b"/>
            <a:pathLst>
              <a:path w="94" h="94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09"/>
                  <a:pt x="0" y="109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82" name=""/>
          <p:cNvSpPr/>
          <p:nvPr/>
        </p:nvSpPr>
        <p:spPr>
          <a:xfrm>
            <a:off x="5894640" y="3782160"/>
            <a:ext cx="33840" cy="33840"/>
          </a:xfrm>
          <a:custGeom>
            <a:avLst/>
            <a:gdLst/>
            <a:ahLst/>
            <a:rect l="0" t="0" r="r" b="b"/>
            <a:pathLst>
              <a:path fill="none" w="94" h="94">
                <a:moveTo>
                  <a:pt x="94" y="47"/>
                </a:moveTo>
                <a:cubicBezTo>
                  <a:pt x="94" y="109"/>
                  <a:pt x="0" y="109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3" name=""/>
          <p:cNvSpPr/>
          <p:nvPr/>
        </p:nvSpPr>
        <p:spPr>
          <a:xfrm>
            <a:off x="5832360" y="3725640"/>
            <a:ext cx="33840" cy="34200"/>
          </a:xfrm>
          <a:custGeom>
            <a:avLst/>
            <a:gdLst/>
            <a:ahLst/>
            <a:rect l="0" t="0" r="r" b="b"/>
            <a:pathLst>
              <a:path w="94" h="95">
                <a:moveTo>
                  <a:pt x="0" y="47"/>
                </a:moveTo>
                <a:cubicBezTo>
                  <a:pt x="0" y="-16"/>
                  <a:pt x="94" y="-16"/>
                  <a:pt x="94" y="47"/>
                </a:cubicBezTo>
                <a:cubicBezTo>
                  <a:pt x="94" y="110"/>
                  <a:pt x="0" y="110"/>
                  <a:pt x="0" y="47"/>
                </a:cubicBezTo>
                <a:close/>
              </a:path>
            </a:pathLst>
          </a:custGeom>
          <a:solidFill>
            <a:srgbClr val="D1552C">
              <a:alpha val="7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84" name=""/>
          <p:cNvSpPr/>
          <p:nvPr/>
        </p:nvSpPr>
        <p:spPr>
          <a:xfrm>
            <a:off x="5832360" y="3725640"/>
            <a:ext cx="33840" cy="34200"/>
          </a:xfrm>
          <a:custGeom>
            <a:avLst/>
            <a:gdLst/>
            <a:ahLst/>
            <a:rect l="0" t="0" r="r" b="b"/>
            <a:pathLst>
              <a:path fill="none" w="94" h="95">
                <a:moveTo>
                  <a:pt x="94" y="47"/>
                </a:moveTo>
                <a:cubicBezTo>
                  <a:pt x="94" y="110"/>
                  <a:pt x="0" y="110"/>
                  <a:pt x="0" y="47"/>
                </a:cubicBezTo>
                <a:cubicBezTo>
                  <a:pt x="0" y="-16"/>
                  <a:pt x="94" y="-16"/>
                  <a:pt x="94" y="47"/>
                </a:cubicBezTo>
              </a:path>
            </a:pathLst>
          </a:custGeom>
          <a:ln cap="rnd" w="3600">
            <a:solidFill>
              <a:srgbClr val="D1552C">
                <a:alpha val="70000"/>
              </a:srgbClr>
            </a:solidFill>
            <a:round/>
          </a:ln>
        </p:spPr>
        <p:txBody>
          <a:bodyPr lIns="1800" tIns="1800" rIns="1800" bIns="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5" name=""/>
          <p:cNvSpPr txBox="1"/>
          <p:nvPr/>
        </p:nvSpPr>
        <p:spPr>
          <a:xfrm>
            <a:off x="5438160" y="2431440"/>
            <a:ext cx="5936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3% agree on sign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6" name=""/>
          <p:cNvSpPr txBox="1"/>
          <p:nvPr/>
        </p:nvSpPr>
        <p:spPr>
          <a:xfrm>
            <a:off x="5717880" y="3299760"/>
            <a:ext cx="2793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ρ = 0.48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7" name=""/>
          <p:cNvSpPr txBox="1"/>
          <p:nvPr/>
        </p:nvSpPr>
        <p:spPr>
          <a:xfrm>
            <a:off x="5438160" y="3391200"/>
            <a:ext cx="5936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0% agree on sign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8" name=""/>
          <p:cNvSpPr txBox="1"/>
          <p:nvPr/>
        </p:nvSpPr>
        <p:spPr>
          <a:xfrm>
            <a:off x="436320" y="2164680"/>
            <a:ext cx="19728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2030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9" name=""/>
          <p:cNvSpPr txBox="1"/>
          <p:nvPr/>
        </p:nvSpPr>
        <p:spPr>
          <a:xfrm>
            <a:off x="2365200" y="2164680"/>
            <a:ext cx="19728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2050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0" name=""/>
          <p:cNvSpPr txBox="1"/>
          <p:nvPr/>
        </p:nvSpPr>
        <p:spPr>
          <a:xfrm>
            <a:off x="4294080" y="2164680"/>
            <a:ext cx="19728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2080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1" name=""/>
          <p:cNvSpPr txBox="1"/>
          <p:nvPr/>
        </p:nvSpPr>
        <p:spPr>
          <a:xfrm rot="5400000">
            <a:off x="5958720" y="2670120"/>
            <a:ext cx="37908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SSP2-4.5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2" name=""/>
          <p:cNvSpPr/>
          <p:nvPr/>
        </p:nvSpPr>
        <p:spPr>
          <a:xfrm>
            <a:off x="435960" y="4148280"/>
            <a:ext cx="1802520" cy="0"/>
          </a:xfrm>
          <a:prstGeom prst="line">
            <a:avLst/>
          </a:prstGeom>
          <a:ln cap="sq"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3" name=""/>
          <p:cNvSpPr/>
          <p:nvPr/>
        </p:nvSpPr>
        <p:spPr>
          <a:xfrm flipV="1">
            <a:off x="571320" y="414828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4" name=""/>
          <p:cNvSpPr/>
          <p:nvPr/>
        </p:nvSpPr>
        <p:spPr>
          <a:xfrm flipV="1">
            <a:off x="783000" y="414828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5" name=""/>
          <p:cNvSpPr/>
          <p:nvPr/>
        </p:nvSpPr>
        <p:spPr>
          <a:xfrm flipV="1">
            <a:off x="1206000" y="414828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6" name=""/>
          <p:cNvSpPr/>
          <p:nvPr/>
        </p:nvSpPr>
        <p:spPr>
          <a:xfrm flipV="1">
            <a:off x="1629360" y="414828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7" name=""/>
          <p:cNvSpPr/>
          <p:nvPr/>
        </p:nvSpPr>
        <p:spPr>
          <a:xfrm flipV="1">
            <a:off x="2052360" y="414828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8" name=""/>
          <p:cNvSpPr txBox="1"/>
          <p:nvPr/>
        </p:nvSpPr>
        <p:spPr>
          <a:xfrm rot="5400000">
            <a:off x="5958720" y="3630240"/>
            <a:ext cx="37908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SSP5-8.5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9" name=""/>
          <p:cNvSpPr txBox="1"/>
          <p:nvPr/>
        </p:nvSpPr>
        <p:spPr>
          <a:xfrm>
            <a:off x="520560" y="417888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0" name=""/>
          <p:cNvSpPr txBox="1"/>
          <p:nvPr/>
        </p:nvSpPr>
        <p:spPr>
          <a:xfrm>
            <a:off x="763920" y="417888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1" name=""/>
          <p:cNvSpPr txBox="1"/>
          <p:nvPr/>
        </p:nvSpPr>
        <p:spPr>
          <a:xfrm>
            <a:off x="1187280" y="417888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2" name=""/>
          <p:cNvSpPr txBox="1"/>
          <p:nvPr/>
        </p:nvSpPr>
        <p:spPr>
          <a:xfrm>
            <a:off x="1591200" y="417888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3" name=""/>
          <p:cNvSpPr/>
          <p:nvPr/>
        </p:nvSpPr>
        <p:spPr>
          <a:xfrm>
            <a:off x="2365200" y="4148280"/>
            <a:ext cx="1802160" cy="0"/>
          </a:xfrm>
          <a:prstGeom prst="line">
            <a:avLst/>
          </a:prstGeom>
          <a:ln cap="sq"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4" name=""/>
          <p:cNvSpPr/>
          <p:nvPr/>
        </p:nvSpPr>
        <p:spPr>
          <a:xfrm flipV="1">
            <a:off x="2500200" y="414828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5" name=""/>
          <p:cNvSpPr/>
          <p:nvPr/>
        </p:nvSpPr>
        <p:spPr>
          <a:xfrm flipV="1">
            <a:off x="2711880" y="414828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6" name=""/>
          <p:cNvSpPr/>
          <p:nvPr/>
        </p:nvSpPr>
        <p:spPr>
          <a:xfrm flipV="1">
            <a:off x="3134880" y="414828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7" name=""/>
          <p:cNvSpPr/>
          <p:nvPr/>
        </p:nvSpPr>
        <p:spPr>
          <a:xfrm flipV="1">
            <a:off x="3558240" y="414828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8" name=""/>
          <p:cNvSpPr/>
          <p:nvPr/>
        </p:nvSpPr>
        <p:spPr>
          <a:xfrm flipV="1">
            <a:off x="3981600" y="414828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9" name=""/>
          <p:cNvSpPr txBox="1"/>
          <p:nvPr/>
        </p:nvSpPr>
        <p:spPr>
          <a:xfrm>
            <a:off x="2014560" y="417888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64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0" name=""/>
          <p:cNvSpPr txBox="1"/>
          <p:nvPr/>
        </p:nvSpPr>
        <p:spPr>
          <a:xfrm>
            <a:off x="2449440" y="417888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1" name=""/>
          <p:cNvSpPr txBox="1"/>
          <p:nvPr/>
        </p:nvSpPr>
        <p:spPr>
          <a:xfrm>
            <a:off x="2692800" y="417888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2" name=""/>
          <p:cNvSpPr txBox="1"/>
          <p:nvPr/>
        </p:nvSpPr>
        <p:spPr>
          <a:xfrm>
            <a:off x="3116160" y="417888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3" name=""/>
          <p:cNvSpPr txBox="1"/>
          <p:nvPr/>
        </p:nvSpPr>
        <p:spPr>
          <a:xfrm>
            <a:off x="3520440" y="417888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4" name=""/>
          <p:cNvSpPr/>
          <p:nvPr/>
        </p:nvSpPr>
        <p:spPr>
          <a:xfrm>
            <a:off x="4294080" y="4148280"/>
            <a:ext cx="1802160" cy="0"/>
          </a:xfrm>
          <a:prstGeom prst="line">
            <a:avLst/>
          </a:prstGeom>
          <a:ln cap="sq"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5" name=""/>
          <p:cNvSpPr/>
          <p:nvPr/>
        </p:nvSpPr>
        <p:spPr>
          <a:xfrm flipV="1">
            <a:off x="4429080" y="414828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6" name=""/>
          <p:cNvSpPr/>
          <p:nvPr/>
        </p:nvSpPr>
        <p:spPr>
          <a:xfrm flipV="1">
            <a:off x="4640760" y="414828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7" name=""/>
          <p:cNvSpPr/>
          <p:nvPr/>
        </p:nvSpPr>
        <p:spPr>
          <a:xfrm flipV="1">
            <a:off x="5063760" y="414828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8" name=""/>
          <p:cNvSpPr/>
          <p:nvPr/>
        </p:nvSpPr>
        <p:spPr>
          <a:xfrm flipV="1">
            <a:off x="5487120" y="414828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9" name=""/>
          <p:cNvSpPr/>
          <p:nvPr/>
        </p:nvSpPr>
        <p:spPr>
          <a:xfrm flipV="1">
            <a:off x="5910480" y="4148280"/>
            <a:ext cx="0" cy="2520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0" name=""/>
          <p:cNvSpPr txBox="1"/>
          <p:nvPr/>
        </p:nvSpPr>
        <p:spPr>
          <a:xfrm>
            <a:off x="3943440" y="417888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64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1" name=""/>
          <p:cNvSpPr txBox="1"/>
          <p:nvPr/>
        </p:nvSpPr>
        <p:spPr>
          <a:xfrm>
            <a:off x="4378320" y="417888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2" name=""/>
          <p:cNvSpPr txBox="1"/>
          <p:nvPr/>
        </p:nvSpPr>
        <p:spPr>
          <a:xfrm>
            <a:off x="4622040" y="417888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3" name=""/>
          <p:cNvSpPr txBox="1"/>
          <p:nvPr/>
        </p:nvSpPr>
        <p:spPr>
          <a:xfrm>
            <a:off x="5045040" y="417888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4" name=""/>
          <p:cNvSpPr txBox="1"/>
          <p:nvPr/>
        </p:nvSpPr>
        <p:spPr>
          <a:xfrm>
            <a:off x="5449320" y="417888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16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5" name=""/>
          <p:cNvSpPr/>
          <p:nvPr/>
        </p:nvSpPr>
        <p:spPr>
          <a:xfrm flipV="1">
            <a:off x="435960" y="2304000"/>
            <a:ext cx="0" cy="884160"/>
          </a:xfrm>
          <a:prstGeom prst="line">
            <a:avLst/>
          </a:prstGeom>
          <a:ln cap="sq"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6" name=""/>
          <p:cNvSpPr txBox="1"/>
          <p:nvPr/>
        </p:nvSpPr>
        <p:spPr>
          <a:xfrm>
            <a:off x="5872320" y="4178880"/>
            <a:ext cx="8532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64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7" name=""/>
          <p:cNvSpPr txBox="1"/>
          <p:nvPr/>
        </p:nvSpPr>
        <p:spPr>
          <a:xfrm>
            <a:off x="253440" y="3002760"/>
            <a:ext cx="1490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0.25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8" name=""/>
          <p:cNvSpPr txBox="1"/>
          <p:nvPr/>
        </p:nvSpPr>
        <p:spPr>
          <a:xfrm>
            <a:off x="291600" y="284616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9" name=""/>
          <p:cNvSpPr txBox="1"/>
          <p:nvPr/>
        </p:nvSpPr>
        <p:spPr>
          <a:xfrm>
            <a:off x="355320" y="268920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0" name=""/>
          <p:cNvSpPr txBox="1"/>
          <p:nvPr/>
        </p:nvSpPr>
        <p:spPr>
          <a:xfrm>
            <a:off x="355320" y="253260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1" name=""/>
          <p:cNvSpPr/>
          <p:nvPr/>
        </p:nvSpPr>
        <p:spPr>
          <a:xfrm>
            <a:off x="410760" y="3047040"/>
            <a:ext cx="252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2" name=""/>
          <p:cNvSpPr/>
          <p:nvPr/>
        </p:nvSpPr>
        <p:spPr>
          <a:xfrm>
            <a:off x="410760" y="2890440"/>
            <a:ext cx="252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3" name=""/>
          <p:cNvSpPr/>
          <p:nvPr/>
        </p:nvSpPr>
        <p:spPr>
          <a:xfrm>
            <a:off x="410760" y="2733480"/>
            <a:ext cx="252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4" name=""/>
          <p:cNvSpPr/>
          <p:nvPr/>
        </p:nvSpPr>
        <p:spPr>
          <a:xfrm>
            <a:off x="410760" y="2576880"/>
            <a:ext cx="252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5" name=""/>
          <p:cNvSpPr/>
          <p:nvPr/>
        </p:nvSpPr>
        <p:spPr>
          <a:xfrm>
            <a:off x="410760" y="2420280"/>
            <a:ext cx="252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6" name=""/>
          <p:cNvSpPr/>
          <p:nvPr/>
        </p:nvSpPr>
        <p:spPr>
          <a:xfrm flipV="1">
            <a:off x="435960" y="3264120"/>
            <a:ext cx="0" cy="884160"/>
          </a:xfrm>
          <a:prstGeom prst="line">
            <a:avLst/>
          </a:prstGeom>
          <a:ln cap="sq"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7" name=""/>
          <p:cNvSpPr txBox="1"/>
          <p:nvPr/>
        </p:nvSpPr>
        <p:spPr>
          <a:xfrm>
            <a:off x="355320" y="237600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8" name=""/>
          <p:cNvSpPr txBox="1"/>
          <p:nvPr/>
        </p:nvSpPr>
        <p:spPr>
          <a:xfrm>
            <a:off x="253440" y="3962880"/>
            <a:ext cx="14904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0.25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9" name=""/>
          <p:cNvSpPr txBox="1"/>
          <p:nvPr/>
        </p:nvSpPr>
        <p:spPr>
          <a:xfrm>
            <a:off x="291600" y="3806280"/>
            <a:ext cx="1065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0.5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0" name=""/>
          <p:cNvSpPr txBox="1"/>
          <p:nvPr/>
        </p:nvSpPr>
        <p:spPr>
          <a:xfrm>
            <a:off x="355320" y="364932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1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1" name=""/>
          <p:cNvSpPr txBox="1"/>
          <p:nvPr/>
        </p:nvSpPr>
        <p:spPr>
          <a:xfrm>
            <a:off x="355320" y="349272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2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2" name=""/>
          <p:cNvSpPr/>
          <p:nvPr/>
        </p:nvSpPr>
        <p:spPr>
          <a:xfrm>
            <a:off x="410760" y="4007160"/>
            <a:ext cx="252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3" name=""/>
          <p:cNvSpPr/>
          <p:nvPr/>
        </p:nvSpPr>
        <p:spPr>
          <a:xfrm>
            <a:off x="410760" y="3850560"/>
            <a:ext cx="252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4" name=""/>
          <p:cNvSpPr/>
          <p:nvPr/>
        </p:nvSpPr>
        <p:spPr>
          <a:xfrm>
            <a:off x="410760" y="3693600"/>
            <a:ext cx="252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5" name=""/>
          <p:cNvSpPr/>
          <p:nvPr/>
        </p:nvSpPr>
        <p:spPr>
          <a:xfrm>
            <a:off x="410760" y="3537000"/>
            <a:ext cx="252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6" name=""/>
          <p:cNvSpPr/>
          <p:nvPr/>
        </p:nvSpPr>
        <p:spPr>
          <a:xfrm>
            <a:off x="410760" y="3380400"/>
            <a:ext cx="25200" cy="0"/>
          </a:xfrm>
          <a:prstGeom prst="line">
            <a:avLst/>
          </a:prstGeom>
          <a:ln w="6480">
            <a:solidFill>
              <a:srgbClr val="4A4A4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7" name=""/>
          <p:cNvSpPr txBox="1"/>
          <p:nvPr/>
        </p:nvSpPr>
        <p:spPr>
          <a:xfrm>
            <a:off x="355320" y="3336120"/>
            <a:ext cx="75960" cy="860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" b="0" u="none" strike="noStrike">
                <a:solidFill>
                  <a:srgbClr val="5A5A5A"/>
                </a:solidFill>
                <a:effectLst/>
                <a:uFillTx/>
                <a:latin typeface="Arial"/>
                <a:ea typeface="Arial"/>
              </a:rPr>
              <a:t>4</a:t>
            </a:r>
            <a:endParaRPr lang="en-US" sz="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8" name=""/>
          <p:cNvSpPr txBox="1"/>
          <p:nvPr/>
        </p:nvSpPr>
        <p:spPr>
          <a:xfrm>
            <a:off x="2580480" y="4305600"/>
            <a:ext cx="129276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Mechanistic hazard ratio vs 2024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9" name=""/>
          <p:cNvSpPr txBox="1"/>
          <p:nvPr/>
        </p:nvSpPr>
        <p:spPr>
          <a:xfrm rot="16200000">
            <a:off x="-638640" y="3211920"/>
            <a:ext cx="150408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0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Machine-learning hazard ratio vs 2024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0" name=""/>
          <p:cNvSpPr txBox="1"/>
          <p:nvPr/>
        </p:nvSpPr>
        <p:spPr>
          <a:xfrm>
            <a:off x="189720" y="1999800"/>
            <a:ext cx="1960560" cy="99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Beyond the training range, projections diverge</a:t>
            </a:r>
            <a:endParaRPr lang="en-US" sz="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1" name=""/>
          <p:cNvSpPr txBox="1"/>
          <p:nvPr/>
        </p:nvSpPr>
        <p:spPr>
          <a:xfrm>
            <a:off x="50400" y="1948680"/>
            <a:ext cx="10116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1" u="none" strike="noStrike">
                <a:solidFill>
                  <a:srgbClr val="1A1A1A"/>
                </a:solidFill>
                <a:effectLst/>
                <a:uFillTx/>
                <a:latin typeface="Arial"/>
                <a:ea typeface="Arial"/>
              </a:rPr>
              <a:t>c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/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Chenchen Ding</dc:creator>
  <dc:description/>
  <dc:language>zh-CN</dc:language>
  <cp:lastModifiedBy>Chenchen Ding</cp:lastModifiedBy>
  <cp:revision>0</cp:revision>
  <dc:subject/>
  <dc:title>TJ_Fig_mech_vs_ml</dc:title>
</cp:coreProperties>
</file>