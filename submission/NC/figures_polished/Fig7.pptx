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6578600" cy="44958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28680" y="164880"/>
            <a:ext cx="5919840" cy="69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328680" y="967680"/>
            <a:ext cx="5919840" cy="239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6578640" cy="4496040"/>
          </a:xfrm>
          <a:custGeom>
            <a:avLst/>
            <a:gdLst/>
            <a:ahLst/>
            <a:rect l="0" t="0" r="r" b="b"/>
            <a:pathLst>
              <a:path w="18274" h="12489">
                <a:moveTo>
                  <a:pt x="0" y="0"/>
                </a:moveTo>
                <a:lnTo>
                  <a:pt x="18274" y="0"/>
                </a:lnTo>
                <a:lnTo>
                  <a:pt x="18274" y="12489"/>
                </a:lnTo>
                <a:lnTo>
                  <a:pt x="0" y="124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6578640" cy="4496040"/>
          </a:xfrm>
          <a:custGeom>
            <a:avLst/>
            <a:gdLst/>
            <a:ahLst/>
            <a:rect l="0" t="0" r="r" b="b"/>
            <a:pathLst>
              <a:path w="18274" h="12489">
                <a:moveTo>
                  <a:pt x="0" y="0"/>
                </a:moveTo>
                <a:lnTo>
                  <a:pt x="18274" y="0"/>
                </a:lnTo>
                <a:lnTo>
                  <a:pt x="18274" y="12489"/>
                </a:lnTo>
                <a:lnTo>
                  <a:pt x="0" y="124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3320">
            <a:solidFill>
              <a:srgbClr val="FFFFFF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25200" y="1961640"/>
            <a:ext cx="6528240" cy="2509200"/>
          </a:xfrm>
          <a:custGeom>
            <a:avLst/>
            <a:gdLst/>
            <a:ahLst/>
            <a:rect l="0" t="0" r="r" b="b"/>
            <a:pathLst>
              <a:path w="18134" h="6970">
                <a:moveTo>
                  <a:pt x="0" y="0"/>
                </a:moveTo>
                <a:lnTo>
                  <a:pt x="18134" y="0"/>
                </a:lnTo>
                <a:lnTo>
                  <a:pt x="18134" y="6970"/>
                </a:lnTo>
                <a:lnTo>
                  <a:pt x="0" y="697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8280">
            <a:solidFill>
              <a:srgbClr val="FFFFFF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25200" y="25200"/>
            <a:ext cx="2796840" cy="1936800"/>
          </a:xfrm>
          <a:custGeom>
            <a:avLst/>
            <a:gdLst/>
            <a:ahLst/>
            <a:rect l="0" t="0" r="r" b="b"/>
            <a:pathLst>
              <a:path w="7769" h="5380">
                <a:moveTo>
                  <a:pt x="0" y="0"/>
                </a:moveTo>
                <a:lnTo>
                  <a:pt x="7769" y="0"/>
                </a:lnTo>
                <a:lnTo>
                  <a:pt x="7769" y="5380"/>
                </a:lnTo>
                <a:lnTo>
                  <a:pt x="0" y="53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8280">
            <a:solidFill>
              <a:srgbClr val="FFFFFF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2821680" y="25200"/>
            <a:ext cx="3731760" cy="1936800"/>
          </a:xfrm>
          <a:custGeom>
            <a:avLst/>
            <a:gdLst/>
            <a:ahLst/>
            <a:rect l="0" t="0" r="r" b="b"/>
            <a:pathLst>
              <a:path w="10366" h="5380">
                <a:moveTo>
                  <a:pt x="0" y="0"/>
                </a:moveTo>
                <a:lnTo>
                  <a:pt x="10366" y="0"/>
                </a:lnTo>
                <a:lnTo>
                  <a:pt x="10366" y="5380"/>
                </a:lnTo>
                <a:lnTo>
                  <a:pt x="0" y="53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8280">
            <a:solidFill>
              <a:srgbClr val="FFFFFF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435960" y="367560"/>
            <a:ext cx="2322720" cy="1272240"/>
          </a:xfrm>
          <a:custGeom>
            <a:avLst/>
            <a:gdLst/>
            <a:ahLst/>
            <a:rect l="0" t="0" r="r" b="b"/>
            <a:pathLst>
              <a:path w="6452" h="3534">
                <a:moveTo>
                  <a:pt x="0" y="0"/>
                </a:moveTo>
                <a:lnTo>
                  <a:pt x="6452" y="0"/>
                </a:lnTo>
                <a:lnTo>
                  <a:pt x="6452" y="3534"/>
                </a:lnTo>
                <a:lnTo>
                  <a:pt x="0" y="35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1470240" y="1416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1470240" y="1416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1451160" y="13838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1451160" y="13838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1482840" y="13730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1482840" y="13730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1619640" y="1187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1619640" y="1187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1610280" y="10854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1610280" y="10854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1751040" y="12502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1751040" y="12502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1784160" y="11394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1784160" y="11394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1775520" y="1287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1775520" y="1287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1847880" y="984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1847880" y="984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1852560" y="1164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1852560" y="1164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1927800" y="97344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1927800" y="97344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1931400" y="10044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1931400" y="10044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1816920" y="11710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1816920" y="11710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1838520" y="10213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1838520" y="102132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1874520" y="1004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1874520" y="1004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1965240" y="8186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1965240" y="8186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2000880" y="1066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2000880" y="1066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980720" y="9212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980720" y="9212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989720" y="1050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989720" y="1050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2032200" y="898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2032200" y="898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2090880" y="1055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2090880" y="1055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2186280" y="12517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2186280" y="12517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1108800" y="1390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1108800" y="1390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929880" y="1404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929880" y="1404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833400" y="14626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833400" y="14626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765000" y="1461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765000" y="1461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999360" y="14328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999360" y="14328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1008000" y="12862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1008000" y="12862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1090800" y="1408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090800" y="1408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912240" y="14227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912240" y="14227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1109880" y="1329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1109880" y="1329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980640" y="14097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980640" y="14097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788400" y="13694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788400" y="13694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971640" y="14331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971640" y="14331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1017720" y="1336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1017720" y="1336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1170720" y="12060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170720" y="12060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1192680" y="1251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1192680" y="1251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1350000" y="1208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1350000" y="1208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1308240" y="1153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1308240" y="1153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353600" y="11196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1353600" y="11196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1322640" y="1340280"/>
            <a:ext cx="26280" cy="25560"/>
          </a:xfrm>
          <a:custGeom>
            <a:avLst/>
            <a:gdLst/>
            <a:ahLst/>
            <a:rect l="0" t="0" r="r" b="b"/>
            <a:pathLst>
              <a:path w="73" h="71">
                <a:moveTo>
                  <a:pt x="0" y="36"/>
                </a:moveTo>
                <a:cubicBezTo>
                  <a:pt x="0" y="-12"/>
                  <a:pt x="73" y="-12"/>
                  <a:pt x="73" y="36"/>
                </a:cubicBezTo>
                <a:cubicBezTo>
                  <a:pt x="73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1322640" y="1340280"/>
            <a:ext cx="26280" cy="25560"/>
          </a:xfrm>
          <a:custGeom>
            <a:avLst/>
            <a:gdLst/>
            <a:ahLst/>
            <a:rect l="0" t="0" r="r" b="b"/>
            <a:pathLst>
              <a:path fill="none" w="73" h="71">
                <a:moveTo>
                  <a:pt x="73" y="36"/>
                </a:moveTo>
                <a:cubicBezTo>
                  <a:pt x="73" y="83"/>
                  <a:pt x="0" y="83"/>
                  <a:pt x="0" y="36"/>
                </a:cubicBezTo>
                <a:cubicBezTo>
                  <a:pt x="0" y="-12"/>
                  <a:pt x="73" y="-12"/>
                  <a:pt x="73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1468440" y="11991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1468440" y="11991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1622520" y="1163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1622520" y="1163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1727280" y="1227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1727280" y="1227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1922760" y="1226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1922760" y="1226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646560" y="1361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646560" y="1361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940320" y="1311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940320" y="1311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888120" y="12988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888120" y="12988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724320" y="1326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724320" y="1326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528840" y="13780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528840" y="13780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967680" y="1287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967680" y="1287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852480" y="1303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852480" y="1303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569160" y="1475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569160" y="1475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88400" y="1405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788400" y="1405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80400" y="1440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680400" y="1440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878400" y="13204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878400" y="13204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1008000" y="1224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1008000" y="1224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1024920" y="12481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1024920" y="124812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1112040" y="10490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1112040" y="10490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1135080" y="1069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1135080" y="1069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1246680" y="11880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246680" y="11880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1355760" y="11440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1355760" y="11440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1394280" y="12171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1394280" y="12171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1374480" y="12571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1374480" y="12571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501560" y="1159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1501560" y="1159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1580400" y="12229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1580400" y="12229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1734840" y="12535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1734840" y="12535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1860840" y="13460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1860840" y="13460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1526760" y="1323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526760" y="13233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537920" y="13615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1537920" y="13615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1440360" y="14223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1440360" y="14223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1585080" y="12970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1585080" y="12970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1755360" y="13154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1755360" y="13154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1523160" y="12391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1523160" y="12391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2"/>
                  <a:pt x="0" y="82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1786680" y="1292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786680" y="1292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1755000" y="1269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1755000" y="1269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1960560" y="1116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960560" y="1116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1938240" y="10245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1938240" y="10245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1976400" y="1085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1976400" y="1085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1962720" y="10054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1962720" y="10054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1958040" y="1058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1958040" y="1058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1969560" y="960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1969560" y="960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2020320" y="9892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2020320" y="9892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2"/>
                  <a:pt x="0" y="82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2046600" y="9921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2046600" y="9921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2098800" y="1029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2098800" y="1029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2049480" y="910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2049480" y="910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2031480" y="809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2031480" y="809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2109600" y="905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2109600" y="905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2217240" y="1080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2217240" y="1080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2277000" y="13424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2277000" y="13424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970560" y="1405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970560" y="1405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925560" y="14234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925560" y="14234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738000" y="1310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738000" y="1310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837360" y="1415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837360" y="1415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857160" y="13838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857160" y="13838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890280" y="1341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890280" y="1341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807480" y="1342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807480" y="1342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948240" y="1264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948240" y="1264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931680" y="1298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931680" y="1298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701640" y="14040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701640" y="14040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838440" y="1354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838440" y="1354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1024560" y="11354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1024560" y="11354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139040" y="1032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1139040" y="1032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1143720" y="9961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1143720" y="9961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1266480" y="124704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1266480" y="124704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1319040" y="1247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1319040" y="1247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1475640" y="12819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1475640" y="12819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1575720" y="12207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1575720" y="12207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1566360" y="1186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1566360" y="1186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1672560" y="1395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1672560" y="1395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1767240" y="1215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1767240" y="1215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908720" y="11685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1908720" y="11685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1495800" y="12463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1495800" y="12463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1277280" y="1361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1277280" y="1361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1275840" y="1362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1275840" y="1362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1265400" y="1155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1265400" y="1155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373040" y="1134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1373040" y="1134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131480" y="1373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1131480" y="1373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1146960" y="1518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146960" y="1518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1110240" y="1514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1110240" y="1514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998640" y="1418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998640" y="1418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1273680" y="1352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1273680" y="1352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1223280" y="13269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1223280" y="13269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1210680" y="1368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1210680" y="1368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1292400" y="9709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1292400" y="9709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1536480" y="11721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1536480" y="11721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1528560" y="1056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1528560" y="1056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1434240" y="1251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1434240" y="1251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1550160" y="1256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1550160" y="1256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661760" y="1252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1661760" y="1252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1735920" y="1298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1735920" y="1298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1689120" y="1206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689120" y="1206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1901520" y="1290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1901520" y="1290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1913040" y="1276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1913040" y="1276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2102040" y="14450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2102040" y="14450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2262960" y="117324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2262960" y="117324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1160640" y="13982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160640" y="13982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1362600" y="1182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1362600" y="1182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1232280" y="1358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1232280" y="1358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140480" y="1568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1140480" y="1568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461240" y="134676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1461240" y="134676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878400" y="1482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878400" y="1482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1060560" y="15512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1060560" y="15512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782280" y="1504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782280" y="1504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1297440" y="1411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1297440" y="1411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901080" y="15652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901080" y="15652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1365480" y="1285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1365480" y="1285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1455840" y="12873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1455840" y="12873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1443960" y="11199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1443960" y="11199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1426680" y="9788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1426680" y="9788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1734120" y="1141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1734120" y="1141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1759320" y="10897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1759320" y="10897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1778040" y="1129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1778040" y="1129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1758960" y="12103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1758960" y="12103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1884600" y="12722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1884600" y="12722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2012760" y="9460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2012760" y="9460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2211480" y="1142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2211480" y="1142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1137240" y="1305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1137240" y="1305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1313640" y="1359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1313640" y="1359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1379880" y="1276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1379880" y="1276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1361160" y="12488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1361160" y="12488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1405080" y="1338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1405080" y="1338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1355400" y="1306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1355400" y="1306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1020240" y="1347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1020240" y="1347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1254600" y="13759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1254600" y="137592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1280160" y="12992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1280160" y="12992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732240" y="1469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732240" y="1469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1227960" y="139860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1227960" y="139860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1231200" y="12063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1231200" y="12063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1200600" y="1353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1200600" y="1353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1204200" y="1493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1204200" y="1493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1316520" y="11962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1316520" y="11962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1436400" y="1025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1436400" y="1025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1508760" y="1025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1508760" y="1025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1449360" y="13564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1449360" y="13564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1482120" y="1233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1482120" y="1233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1757160" y="11088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1757160" y="11088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1861920" y="1232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1861920" y="1232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1977480" y="12315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1977480" y="12315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2143800" y="1312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2143800" y="1312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1254240" y="117540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1254240" y="117540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1025280" y="1441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1025280" y="1441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1157400" y="11444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1157400" y="11444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1275480" y="13082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1275480" y="13082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1190520" y="1158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1190520" y="1158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1313640" y="1253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1313640" y="1253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1328760" y="926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1328760" y="926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1268640" y="1235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1268640" y="1235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1385640" y="10137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1385640" y="10137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1324080" y="903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1324080" y="903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1249200" y="9676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1249200" y="9676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1251000" y="956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1251000" y="956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1257120" y="1408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1257120" y="1408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1211400" y="954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1211400" y="954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1271520" y="1239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1271520" y="1239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1398600" y="1132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1398600" y="1132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1460160" y="1141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1460160" y="1141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1513440" y="955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1513440" y="955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1447560" y="10825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1447560" y="10825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1519200" y="10692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1519200" y="10692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1475280" y="932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1475280" y="932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1647720" y="1029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1647720" y="1029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1720080" y="1281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1720080" y="1281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1728360" y="1185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1728360" y="1185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1657080" y="13140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1657080" y="13140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1631160" y="1360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1631160" y="1360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1422360" y="10821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1422360" y="10821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1418400" y="13554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1418400" y="13554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1470960" y="12700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1470960" y="12700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1555560" y="1092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1555560" y="1092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1248840" y="10710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1248840" y="10710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1290960" y="1438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1290960" y="1438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1382760" y="1434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1382760" y="1434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1343520" y="1483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1343520" y="1483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968760" y="15505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968760" y="15505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1680840" y="1206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1680840" y="1206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1567440" y="13780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1567440" y="13780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1429200" y="13442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1429200" y="13442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1439280" y="13957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1439280" y="13957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1576800" y="1284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1576800" y="1284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1221120" y="1498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1221120" y="1498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1570320" y="1204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1570320" y="1204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1585080" y="1204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1585080" y="1204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1810080" y="1202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1810080" y="1202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2151000" y="12348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2151000" y="12348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1270080" y="14554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1270080" y="14554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1260000" y="14234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1260000" y="14234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1432080" y="13618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1432080" y="13618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1418400" y="134460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1418400" y="134460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1561680" y="12733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1561680" y="127332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1697400" y="1192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1697400" y="1192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1833120" y="1006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1833120" y="1006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1812600" y="1115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1812600" y="1115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1873440" y="97236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1873440" y="97236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1920240" y="8672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1920240" y="8672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1932480" y="956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1932480" y="956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1936440" y="9990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1936440" y="9990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1981440" y="8632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1981440" y="8632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1949040" y="9439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1949040" y="9439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1984320" y="693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1984320" y="693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1999800" y="845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1999800" y="845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2061720" y="1157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2061720" y="1157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2059200" y="8438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2059200" y="8438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2045160" y="1110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2045160" y="1110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2062800" y="898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2062800" y="898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2062800" y="7948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2062800" y="7948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2087640" y="1065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2087640" y="1065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2126520" y="13154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2126520" y="13154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1359000" y="13716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1359000" y="13716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1154520" y="13723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1154520" y="13723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1311840" y="13762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1311840" y="137628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1487880" y="13294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1487880" y="13294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1566360" y="13244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1566360" y="13244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1608840" y="1152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1608840" y="1152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1584720" y="13028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1584720" y="13028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1648800" y="12506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1648800" y="12506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1711080" y="9669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1711080" y="9669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1701360" y="9734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1701360" y="9734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1742760" y="1040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1742760" y="1040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1706760" y="1005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1706760" y="1005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1755360" y="1149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1755360" y="1149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1783800" y="12009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1783800" y="12009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1793160" y="887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1793160" y="887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1816920" y="8996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1816920" y="8996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1798200" y="8679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1798200" y="8679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1799640" y="1029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1799640" y="1029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1917720" y="1071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1917720" y="1071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1980000" y="1290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1980000" y="1290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2047320" y="13010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2047320" y="13010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2155320" y="1412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2155320" y="1412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1841400" y="1312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1841400" y="1312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1692360" y="1321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1692360" y="1321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1715400" y="12852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1715400" y="12852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1600560" y="13212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1600560" y="13212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1658520" y="1377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1658520" y="1377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1656360" y="1316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1656360" y="1316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1773720" y="13485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1773720" y="13485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1946160" y="11545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1946160" y="11545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2040480" y="977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2040480" y="977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1825560" y="11768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1825560" y="11768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1963800" y="1076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1963800" y="1076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1932480" y="11880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1932480" y="11880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1930320" y="12214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1930320" y="122148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2048040" y="10224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2048040" y="10224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2068200" y="11743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2068200" y="11743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2095200" y="1064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2095200" y="1064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2152800" y="1230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2152800" y="1230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2169000" y="1013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2169000" y="1013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2125440" y="8780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2125440" y="8780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2314800" y="9432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2314800" y="9432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2440800" y="10656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2440800" y="10656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2499480" y="893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2499480" y="893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2640240" y="11764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2640240" y="11764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1428120" y="1434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1428120" y="1434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1305360" y="13489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1305360" y="134892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1434600" y="1389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1434600" y="1389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1442160" y="1418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1442160" y="1418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1496880" y="1380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1496880" y="1380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1603440" y="1170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1603440" y="1170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1684080" y="12459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1684080" y="12459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1676520" y="1100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1676520" y="1100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1766520" y="11854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1766520" y="11854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1815120" y="12387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1815120" y="12387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2"/>
                  <a:pt x="0" y="82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1824840" y="9662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1824840" y="9662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1833480" y="8168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1833480" y="8168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1886760" y="1001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1886760" y="1001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1892520" y="1105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1892520" y="1105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1891440" y="1091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1891440" y="1091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1915560" y="1010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1915560" y="1010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1189800" y="13010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1189800" y="13010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1139040" y="1313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1139040" y="1313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1252800" y="1143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1252800" y="11433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1247400" y="13726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1247400" y="13726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1332720" y="1379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1332720" y="1379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1378440" y="12222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1378440" y="12222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1495440" y="1310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1495440" y="1310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1548360" y="11728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1548360" y="11728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1549440" y="1171080"/>
            <a:ext cx="26280" cy="25920"/>
          </a:xfrm>
          <a:custGeom>
            <a:avLst/>
            <a:gdLst/>
            <a:ahLst/>
            <a:rect l="0" t="0" r="r" b="b"/>
            <a:pathLst>
              <a:path w="73" h="72">
                <a:moveTo>
                  <a:pt x="0" y="36"/>
                </a:moveTo>
                <a:cubicBezTo>
                  <a:pt x="0" y="-12"/>
                  <a:pt x="73" y="-12"/>
                  <a:pt x="73" y="36"/>
                </a:cubicBezTo>
                <a:cubicBezTo>
                  <a:pt x="73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1549440" y="1171080"/>
            <a:ext cx="26280" cy="25920"/>
          </a:xfrm>
          <a:custGeom>
            <a:avLst/>
            <a:gdLst/>
            <a:ahLst/>
            <a:rect l="0" t="0" r="r" b="b"/>
            <a:pathLst>
              <a:path fill="none" w="73" h="72">
                <a:moveTo>
                  <a:pt x="73" y="36"/>
                </a:moveTo>
                <a:cubicBezTo>
                  <a:pt x="73" y="84"/>
                  <a:pt x="0" y="84"/>
                  <a:pt x="0" y="36"/>
                </a:cubicBezTo>
                <a:cubicBezTo>
                  <a:pt x="0" y="-12"/>
                  <a:pt x="73" y="-12"/>
                  <a:pt x="73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1463760" y="1183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1463760" y="1183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1612440" y="1109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1612440" y="1109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1641600" y="1159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1641600" y="1159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1713240" y="10260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1713240" y="10260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1713960" y="10609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1713960" y="10609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1749600" y="9327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1749600" y="9327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1797480" y="8668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1797480" y="8668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1863000" y="11044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1863000" y="11044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1885320" y="1033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1885320" y="1033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1845000" y="1068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1845000" y="1068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1924560" y="10634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1924560" y="10634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1938240" y="1091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1938240" y="1091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2094840" y="1429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2094840" y="1429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2170800" y="1254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2170800" y="1254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1477440" y="12250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1477440" y="12250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1565280" y="1285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1565280" y="1285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1560600" y="1284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1560600" y="1284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1511280" y="1307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1511280" y="1307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1383480" y="13622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1383480" y="13622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1592640" y="1136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1592640" y="1136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1477440" y="10969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1477440" y="109692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1425600" y="1173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1425600" y="1173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1312200" y="1037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1312200" y="1037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1345680" y="1314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1345680" y="1314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1135800" y="12967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1135800" y="12967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1023480" y="13564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1023480" y="13564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1238760" y="1404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1238760" y="1404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1220400" y="1189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1220400" y="1189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1261800" y="1343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1261800" y="1343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1342800" y="13284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1342800" y="13284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1466280" y="1252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1466280" y="1252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1441080" y="9208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1441080" y="9208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1082880" y="1292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1082880" y="1292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1656000" y="9594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1656000" y="9594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1429560" y="1106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1429560" y="1106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1825920" y="936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1825920" y="936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2000520" y="1066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2000520" y="1066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1482480" y="12855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1482480" y="12855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1553040" y="130140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1553040" y="130140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1332720" y="147276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1332720" y="147276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1488960" y="13215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1488960" y="13215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1679400" y="1105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1679400" y="1105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1643760" y="1268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1643760" y="1268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1530360" y="1141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1530360" y="1141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1559520" y="1059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1559520" y="1059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1568520" y="906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1568520" y="906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1552320" y="12261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1552320" y="12261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1572120" y="14526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1572120" y="14526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1697400" y="10227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1697400" y="10227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1640160" y="1208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1640160" y="1208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1623960" y="10386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1623960" y="10386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2"/>
                  <a:pt x="0" y="82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1693440" y="1231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1693440" y="1231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1632600" y="1002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1632600" y="1002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1661400" y="1138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1661400" y="1138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1816560" y="1079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1816560" y="1079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1909440" y="1206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1909440" y="1206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1874160" y="1174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1874160" y="1174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2091600" y="1290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2091600" y="1290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1323360" y="14414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1323360" y="14414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1619640" y="1334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1619640" y="1334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1807560" y="11725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1807560" y="11725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1789560" y="1233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1789560" y="1233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1882800" y="1134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1882800" y="1134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1882800" y="12078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1882800" y="12078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1877760" y="979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1877760" y="979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1820160" y="982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1820160" y="982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1895400" y="1061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1895400" y="1061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1967400" y="9082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1967400" y="9082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1968840" y="899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1968840" y="899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1939320" y="9230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1939320" y="9230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1928880" y="893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1928880" y="893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1545120" y="12106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1545120" y="12106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922320" y="14364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922320" y="14364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1581480" y="10094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1581480" y="10094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1441800" y="1368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1441800" y="1368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1379880" y="13219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1379880" y="132192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1618560" y="12434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1618560" y="12434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1388160" y="12463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1388160" y="12463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1409400" y="11934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1409400" y="11934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1665720" y="1154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1665720" y="1154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1592280" y="11977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1592280" y="11977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1797840" y="10476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1797840" y="10476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1855440" y="887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1855440" y="887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1853280" y="777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1853280" y="777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1771560" y="976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1771560" y="976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1891440" y="1086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1891440" y="1086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1947240" y="905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1947240" y="905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1963440" y="1091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1963440" y="1091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1897200" y="1078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1897200" y="1078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1900440" y="12564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1900440" y="12564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1901880" y="10850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1901880" y="10850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1946160" y="1239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1946160" y="1239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2010600" y="918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2010600" y="918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2067120" y="13125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2067120" y="13125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2"/>
                  <a:pt x="0" y="82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1743840" y="12542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1743840" y="12542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1617120" y="1384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1617120" y="1384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1799640" y="1057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1799640" y="1057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1747080" y="1217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1747080" y="1217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1985400" y="989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1985400" y="989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2076840" y="991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2076840" y="991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2070000" y="908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2070000" y="908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2093760" y="10000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2093760" y="10000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2134080" y="9039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2134080" y="9039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2181240" y="7963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2181240" y="7963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2159640" y="9043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2159640" y="9043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2204640" y="961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2204640" y="961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2188080" y="832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2188080" y="832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2133000" y="852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2133000" y="852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2117880" y="729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2117880" y="729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2174760" y="10717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2174760" y="10717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2207520" y="9655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2207520" y="9655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2198160" y="9212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2198160" y="9212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2132640" y="749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2132640" y="749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2088720" y="11930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2088720" y="11930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2087280" y="10094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2087280" y="10094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2208960" y="10346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2208960" y="10346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2292120" y="1339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2292120" y="1339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1254600" y="1458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1254600" y="1458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1217160" y="13845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1217160" y="13845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1171080" y="1435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1171080" y="1435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1404000" y="1378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1404000" y="1378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1273320" y="1336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1273320" y="1336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1361880" y="13676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1361880" y="13676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1328760" y="1393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1328760" y="1393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1362600" y="13154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1362600" y="13154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1422360" y="1204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1422360" y="1204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1305720" y="1350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1305720" y="13503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1281240" y="1326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1281240" y="1326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1349280" y="13726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1349280" y="137268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1251000" y="142200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1251000" y="142200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1524600" y="11264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1524600" y="11264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1668240" y="1104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1668240" y="1104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1721160" y="989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1721160" y="989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1701720" y="10285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1701720" y="10285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1732320" y="9201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1732320" y="9201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1863720" y="9439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1863720" y="9439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1894680" y="1052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1894680" y="1052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2024640" y="920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2024640" y="920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2159640" y="13100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2159640" y="13100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1336680" y="1353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1336680" y="1353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1318680" y="1401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1318680" y="1401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1518480" y="12909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1518480" y="12909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1635480" y="9241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1635480" y="9241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1689840" y="1227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1689840" y="1227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1594080" y="11476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1594080" y="11476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1614960" y="10688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1614960" y="10688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1596240" y="1115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1596240" y="1115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1632240" y="11822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1632240" y="11822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1622160" y="986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1622160" y="986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1694160" y="639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1694160" y="639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1696680" y="723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1696680" y="723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950400" y="1379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950400" y="1379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1053000" y="13514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1053000" y="13514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1308240" y="13010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1308240" y="13010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1337040" y="12146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1337040" y="12146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1261440" y="1158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1261440" y="1158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1322280" y="1126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1322280" y="1126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1395720" y="12772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1395720" y="12772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1425240" y="1088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1425240" y="1088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1427760" y="1011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1427760" y="1011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1419480" y="1104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1419480" y="1104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1308600" y="1349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1308600" y="1349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1400400" y="9514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1400400" y="9514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1409760" y="10454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1409760" y="10454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1546560" y="962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1546560" y="962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1579320" y="989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1579320" y="989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1577160" y="939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1577160" y="939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1569600" y="1190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1569600" y="1190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1535760" y="908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1535760" y="908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1651680" y="871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1651680" y="871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1741680" y="96624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1741680" y="96624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1370520" y="11473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1370520" y="11473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1001880" y="1290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1001880" y="1290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1133280" y="1222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1133280" y="1222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1130040" y="1341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1130040" y="1341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1287000" y="1132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1287000" y="1132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1288080" y="9889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1288080" y="9889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1110240" y="1328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1110240" y="1328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1126440" y="1267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1126440" y="1267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1354320" y="11469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1354320" y="11469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1328040" y="926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1328040" y="926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1397880" y="1046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1397880" y="104652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1489320" y="1048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1489320" y="1048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1511280" y="1002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1511280" y="1002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1544760" y="1155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1544760" y="1155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1578960" y="1056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1578960" y="1056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1605600" y="12193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1605600" y="12193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1632960" y="11620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1632960" y="11620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" name=""/>
          <p:cNvSpPr/>
          <p:nvPr/>
        </p:nvSpPr>
        <p:spPr>
          <a:xfrm>
            <a:off x="1656720" y="1206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1656720" y="1206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" name=""/>
          <p:cNvSpPr/>
          <p:nvPr/>
        </p:nvSpPr>
        <p:spPr>
          <a:xfrm>
            <a:off x="1634760" y="11091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1634760" y="11091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1703160" y="11998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1703160" y="119988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1749960" y="1410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1749960" y="1410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1868040" y="9954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1868040" y="9954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" name=""/>
          <p:cNvSpPr/>
          <p:nvPr/>
        </p:nvSpPr>
        <p:spPr>
          <a:xfrm>
            <a:off x="2003760" y="13302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2003760" y="13302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1522800" y="131940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1522800" y="131940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1193040" y="14479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1193040" y="14479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1738800" y="1212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1738800" y="1212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1582200" y="1342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1582200" y="1342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1623600" y="13449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1623600" y="13449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1915200" y="10497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1915200" y="10497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1607760" y="1265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1607760" y="1265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1829880" y="13568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1829880" y="13568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1900080" y="1280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1900080" y="1280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1902960" y="1236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1902960" y="1236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2024280" y="10893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2024280" y="10893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2115000" y="8463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"/>
          <p:cNvSpPr/>
          <p:nvPr/>
        </p:nvSpPr>
        <p:spPr>
          <a:xfrm>
            <a:off x="2115000" y="8463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2075040" y="912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2075040" y="912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2080440" y="107280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2080440" y="107280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2111040" y="698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2111040" y="698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1035000" y="13453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1035000" y="13453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1020600" y="1442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1020600" y="1442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1129320" y="1343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9" name=""/>
          <p:cNvSpPr/>
          <p:nvPr/>
        </p:nvSpPr>
        <p:spPr>
          <a:xfrm>
            <a:off x="1129320" y="1343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1193040" y="1216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1193040" y="1216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1271160" y="12762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1271160" y="12762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1392480" y="1146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1392480" y="1146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1454400" y="9421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1454400" y="9421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1560600" y="6667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1560600" y="66672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1650240" y="864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1650240" y="864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1593360" y="1011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1593360" y="1011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1659600" y="9342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1659600" y="9342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1605600" y="11174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1605600" y="11174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1603080" y="8424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1603080" y="8424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1642680" y="919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1642680" y="919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1655280" y="902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1655280" y="902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1701360" y="1010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1701360" y="1010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1680120" y="912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1680120" y="912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1619280" y="1138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1619280" y="1138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1675440" y="1085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1675440" y="1085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1683720" y="906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1683720" y="906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1736640" y="13842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1736640" y="13842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1786320" y="1353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1786320" y="1353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1460520" y="13384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1460520" y="13384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1427760" y="1126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1427760" y="1126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1261440" y="13298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1261440" y="13298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1432080" y="12985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1432080" y="12985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1476000" y="10645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1476000" y="10645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2"/>
                  <a:pt x="0" y="82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1521360" y="11296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1521360" y="11296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1560240" y="11980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1560240" y="119808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1501560" y="11934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1501560" y="11934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1544760" y="11858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1544760" y="11858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2"/>
                  <a:pt x="0" y="82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1553400" y="127260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1553400" y="127260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1689120" y="1087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1689120" y="1087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1730880" y="10749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1730880" y="10749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1770120" y="10458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1770120" y="10458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1787400" y="981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1787400" y="981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1815840" y="10195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1815840" y="10195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1828440" y="1094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1828440" y="1094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1856160" y="1106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1856160" y="1106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1878840" y="965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1878840" y="965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1826640" y="1160640"/>
            <a:ext cx="26280" cy="25560"/>
          </a:xfrm>
          <a:custGeom>
            <a:avLst/>
            <a:gdLst/>
            <a:ahLst/>
            <a:rect l="0" t="0" r="r" b="b"/>
            <a:pathLst>
              <a:path w="73" h="71">
                <a:moveTo>
                  <a:pt x="0" y="36"/>
                </a:moveTo>
                <a:cubicBezTo>
                  <a:pt x="0" y="-12"/>
                  <a:pt x="73" y="-12"/>
                  <a:pt x="73" y="36"/>
                </a:cubicBezTo>
                <a:cubicBezTo>
                  <a:pt x="73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1826640" y="1160640"/>
            <a:ext cx="26280" cy="25560"/>
          </a:xfrm>
          <a:custGeom>
            <a:avLst/>
            <a:gdLst/>
            <a:ahLst/>
            <a:rect l="0" t="0" r="r" b="b"/>
            <a:pathLst>
              <a:path fill="none" w="73" h="71">
                <a:moveTo>
                  <a:pt x="73" y="36"/>
                </a:moveTo>
                <a:cubicBezTo>
                  <a:pt x="73" y="83"/>
                  <a:pt x="0" y="83"/>
                  <a:pt x="0" y="36"/>
                </a:cubicBezTo>
                <a:cubicBezTo>
                  <a:pt x="0" y="-12"/>
                  <a:pt x="73" y="-12"/>
                  <a:pt x="73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1790640" y="1232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1790640" y="1232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1784160" y="1083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1784160" y="1083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1914480" y="1352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1914480" y="1352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1250280" y="13640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1250280" y="13640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1240200" y="13903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1240200" y="13903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1157760" y="14256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1157760" y="14256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1302120" y="1282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1302120" y="1282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1458360" y="12096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1458360" y="12096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1499040" y="1057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1499040" y="1057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1541520" y="124596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1541520" y="124596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1588320" y="84024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1588320" y="84024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1580400" y="10544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1580400" y="10544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1687320" y="1101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1687320" y="1101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1654920" y="1039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1654920" y="1039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1668240" y="1040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1668240" y="1040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1689480" y="1136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1689480" y="1136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1695240" y="1128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1695240" y="1128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1730520" y="116820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1730520" y="116820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1744560" y="1128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1744560" y="1128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1762200" y="9291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1762200" y="9291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1830600" y="941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1830600" y="941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1870560" y="1117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1870560" y="1117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1909440" y="9943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1909440" y="9943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1986840" y="834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1986840" y="834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2037960" y="1217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2037960" y="1217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2112120" y="13928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2112120" y="13928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2157120" y="1385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2157120" y="1385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1551240" y="11692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1551240" y="11692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1333440" y="12769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1333440" y="12769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1464840" y="11188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1464840" y="111888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1437840" y="10879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1437840" y="10879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1505880" y="10216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1505880" y="10216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1572120" y="10850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1572120" y="10850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1549800" y="1299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1549800" y="1299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1607040" y="1063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1607040" y="1063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1631160" y="10749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1631160" y="10749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1602720" y="1062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1602720" y="1062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1664640" y="1134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1664640" y="1134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1671480" y="10346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1671480" y="10346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1725120" y="11368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1725120" y="11368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1734120" y="10530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1734120" y="10530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1775160" y="1230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1775160" y="1230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1865520" y="1075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1865520" y="1075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1951200" y="8528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1951200" y="8528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1967040" y="1261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1967040" y="1261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2004840" y="12708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2004840" y="12708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2058120" y="8712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2058120" y="8712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2103480" y="13053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2103480" y="13053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2133360" y="1438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2133360" y="1438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2210400" y="142452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2210400" y="142452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1780920" y="1301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1780920" y="1301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1826280" y="1166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1826280" y="1166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1703880" y="13258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1703880" y="13258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1754280" y="13284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1754280" y="13284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1852560" y="1067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1852560" y="1067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1821240" y="127044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1821240" y="127044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1874520" y="13046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1874520" y="13046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1753560" y="117540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1753560" y="117540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1778400" y="12366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1778400" y="12366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1719360" y="106956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1719360" y="106956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1821240" y="1054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1821240" y="1054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1887480" y="79740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1887480" y="79740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1960560" y="10368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1960560" y="10368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1948320" y="1239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1948320" y="1239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1948680" y="11394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1948680" y="11394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2050920" y="10584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2050920" y="10584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2023920" y="862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2023920" y="862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2038320" y="8514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2038320" y="8514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2067120" y="988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2067120" y="988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2008440" y="9298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2008440" y="9298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2161080" y="1152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2161080" y="1152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2300040" y="8938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2300040" y="8938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1938600" y="1042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1938600" y="1042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2001240" y="10904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2001240" y="10904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1996560" y="11286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1996560" y="11286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2046240" y="9043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2046240" y="9043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2097720" y="8755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2097720" y="8755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2193480" y="795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2193480" y="795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2292840" y="14155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2292840" y="14155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1929600" y="95724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1929600" y="95724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2009160" y="8254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7" name=""/>
          <p:cNvSpPr/>
          <p:nvPr/>
        </p:nvSpPr>
        <p:spPr>
          <a:xfrm>
            <a:off x="2009160" y="8254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2068200" y="879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2068200" y="879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1717920" y="8434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1717920" y="8434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1754640" y="10137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1754640" y="10137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4" name=""/>
          <p:cNvSpPr/>
          <p:nvPr/>
        </p:nvSpPr>
        <p:spPr>
          <a:xfrm>
            <a:off x="1827360" y="9802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1827360" y="9802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1866600" y="10908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1866600" y="10908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1920240" y="9752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1920240" y="9752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1952640" y="1352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1952640" y="1352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1953360" y="1405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1953360" y="14050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1976040" y="12070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1976040" y="12070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1992240" y="12495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1992240" y="12495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2080800" y="8254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1"/>
                  <a:pt x="71" y="-11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2080800" y="8254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1"/>
                  <a:pt x="71" y="-11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2086200" y="117108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2086200" y="117108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1256040" y="13611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1256040" y="13611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1206000" y="14529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1206000" y="145296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1184040" y="1458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1184040" y="1458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1230480" y="12992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1230480" y="12992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1181160" y="1298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1181160" y="1298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1055520" y="124884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1055520" y="1248840"/>
            <a:ext cx="25560" cy="25920"/>
          </a:xfrm>
          <a:custGeom>
            <a:avLst/>
            <a:gdLst/>
            <a:ahLst/>
            <a:rect l="0" t="0" r="r" b="b"/>
            <a:pathLst>
              <a:path fill="none" w="71" h="72">
                <a:moveTo>
                  <a:pt x="71" y="36"/>
                </a:moveTo>
                <a:cubicBezTo>
                  <a:pt x="71" y="84"/>
                  <a:pt x="0" y="84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1050840" y="143028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1"/>
                  <a:pt x="72" y="-11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1050840" y="143028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1"/>
                  <a:pt x="72" y="-11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1231200" y="133056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1231200" y="133056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1225080" y="1366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1225080" y="1366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1491120" y="11109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1491120" y="11109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1487880" y="9864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1487880" y="9864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1504440" y="11070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1504440" y="11070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3"/>
                  <a:pt x="0" y="83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1573920" y="12859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1573920" y="12859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3"/>
                  <a:pt x="0" y="83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1662840" y="74124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4"/>
                  <a:pt x="0" y="84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1662840" y="741240"/>
            <a:ext cx="25920" cy="25920"/>
          </a:xfrm>
          <a:custGeom>
            <a:avLst/>
            <a:gdLst/>
            <a:ahLst/>
            <a:rect l="0" t="0" r="r" b="b"/>
            <a:pathLst>
              <a:path fill="none" w="72" h="72">
                <a:moveTo>
                  <a:pt x="72" y="36"/>
                </a:moveTo>
                <a:cubicBezTo>
                  <a:pt x="72" y="84"/>
                  <a:pt x="0" y="84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1712160" y="1134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1712160" y="1134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1713960" y="8737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1713960" y="8737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1800360" y="11581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1800360" y="11581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1783080" y="91260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6"/>
                </a:moveTo>
                <a:cubicBezTo>
                  <a:pt x="0" y="-12"/>
                  <a:pt x="72" y="-12"/>
                  <a:pt x="72" y="36"/>
                </a:cubicBezTo>
                <a:cubicBezTo>
                  <a:pt x="72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1783080" y="91260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6"/>
                </a:moveTo>
                <a:cubicBezTo>
                  <a:pt x="72" y="82"/>
                  <a:pt x="0" y="82"/>
                  <a:pt x="0" y="36"/>
                </a:cubicBezTo>
                <a:cubicBezTo>
                  <a:pt x="0" y="-12"/>
                  <a:pt x="72" y="-12"/>
                  <a:pt x="72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1948320" y="12808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1948320" y="128088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2030760" y="126504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2030760" y="126504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2151360" y="855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2151360" y="855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2206440" y="10033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2206440" y="10033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2171520" y="41256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2171520" y="41256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2175480" y="9000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2175480" y="9000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2"/>
                  <a:pt x="0" y="82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2213280" y="1042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5"/>
                </a:moveTo>
                <a:cubicBezTo>
                  <a:pt x="0" y="-12"/>
                  <a:pt x="71" y="-12"/>
                  <a:pt x="71" y="35"/>
                </a:cubicBezTo>
                <a:cubicBezTo>
                  <a:pt x="71" y="83"/>
                  <a:pt x="0" y="83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2213280" y="1042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5"/>
                </a:moveTo>
                <a:cubicBezTo>
                  <a:pt x="71" y="83"/>
                  <a:pt x="0" y="83"/>
                  <a:pt x="0" y="35"/>
                </a:cubicBezTo>
                <a:cubicBezTo>
                  <a:pt x="0" y="-12"/>
                  <a:pt x="71" y="-12"/>
                  <a:pt x="71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2125440" y="103320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2"/>
                  <a:pt x="0" y="82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2125440" y="103320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2"/>
                  <a:pt x="0" y="82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2256120" y="76392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36"/>
                </a:moveTo>
                <a:cubicBezTo>
                  <a:pt x="0" y="-12"/>
                  <a:pt x="71" y="-12"/>
                  <a:pt x="71" y="36"/>
                </a:cubicBezTo>
                <a:cubicBezTo>
                  <a:pt x="71" y="83"/>
                  <a:pt x="0" y="83"/>
                  <a:pt x="0" y="36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2256120" y="763920"/>
            <a:ext cx="25560" cy="25560"/>
          </a:xfrm>
          <a:custGeom>
            <a:avLst/>
            <a:gdLst/>
            <a:ahLst/>
            <a:rect l="0" t="0" r="r" b="b"/>
            <a:pathLst>
              <a:path fill="none" w="71" h="71">
                <a:moveTo>
                  <a:pt x="71" y="36"/>
                </a:moveTo>
                <a:cubicBezTo>
                  <a:pt x="71" y="83"/>
                  <a:pt x="0" y="83"/>
                  <a:pt x="0" y="36"/>
                </a:cubicBezTo>
                <a:cubicBezTo>
                  <a:pt x="0" y="-12"/>
                  <a:pt x="71" y="-12"/>
                  <a:pt x="71" y="36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2297160" y="1366920"/>
            <a:ext cx="25920" cy="25560"/>
          </a:xfrm>
          <a:custGeom>
            <a:avLst/>
            <a:gdLst/>
            <a:ahLst/>
            <a:rect l="0" t="0" r="r" b="b"/>
            <a:pathLst>
              <a:path w="72" h="71">
                <a:moveTo>
                  <a:pt x="0" y="35"/>
                </a:moveTo>
                <a:cubicBezTo>
                  <a:pt x="0" y="-12"/>
                  <a:pt x="72" y="-12"/>
                  <a:pt x="72" y="35"/>
                </a:cubicBezTo>
                <a:cubicBezTo>
                  <a:pt x="72" y="82"/>
                  <a:pt x="0" y="82"/>
                  <a:pt x="0" y="35"/>
                </a:cubicBezTo>
                <a:close/>
              </a:path>
            </a:pathLst>
          </a:custGeom>
          <a:solidFill>
            <a:srgbClr val="2A9D8F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2297160" y="1366920"/>
            <a:ext cx="25920" cy="25560"/>
          </a:xfrm>
          <a:custGeom>
            <a:avLst/>
            <a:gdLst/>
            <a:ahLst/>
            <a:rect l="0" t="0" r="r" b="b"/>
            <a:pathLst>
              <a:path fill="none" w="72" h="71">
                <a:moveTo>
                  <a:pt x="72" y="35"/>
                </a:moveTo>
                <a:cubicBezTo>
                  <a:pt x="72" y="82"/>
                  <a:pt x="0" y="82"/>
                  <a:pt x="0" y="35"/>
                </a:cubicBezTo>
                <a:cubicBezTo>
                  <a:pt x="0" y="-12"/>
                  <a:pt x="72" y="-12"/>
                  <a:pt x="72" y="35"/>
                </a:cubicBezTo>
              </a:path>
            </a:pathLst>
          </a:custGeom>
          <a:ln cap="rnd" w="3600">
            <a:solidFill>
              <a:srgbClr val="2A9D8F">
                <a:alpha val="45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541800" y="897840"/>
            <a:ext cx="2111400" cy="578880"/>
          </a:xfrm>
          <a:custGeom>
            <a:avLst/>
            <a:gdLst/>
            <a:ahLst/>
            <a:rect l="0" t="0" r="r" b="b"/>
            <a:pathLst>
              <a:path fill="none" w="5865" h="1608">
                <a:moveTo>
                  <a:pt x="0" y="1608"/>
                </a:moveTo>
                <a:lnTo>
                  <a:pt x="74" y="1588"/>
                </a:lnTo>
                <a:lnTo>
                  <a:pt x="148" y="1567"/>
                </a:lnTo>
                <a:lnTo>
                  <a:pt x="222" y="1547"/>
                </a:lnTo>
                <a:lnTo>
                  <a:pt x="371" y="1505"/>
                </a:lnTo>
                <a:lnTo>
                  <a:pt x="445" y="1485"/>
                </a:lnTo>
                <a:lnTo>
                  <a:pt x="519" y="1464"/>
                </a:lnTo>
                <a:lnTo>
                  <a:pt x="594" y="1444"/>
                </a:lnTo>
                <a:lnTo>
                  <a:pt x="668" y="1424"/>
                </a:lnTo>
                <a:lnTo>
                  <a:pt x="742" y="1403"/>
                </a:lnTo>
                <a:lnTo>
                  <a:pt x="816" y="1383"/>
                </a:lnTo>
                <a:lnTo>
                  <a:pt x="890" y="1363"/>
                </a:lnTo>
                <a:lnTo>
                  <a:pt x="965" y="1342"/>
                </a:lnTo>
                <a:lnTo>
                  <a:pt x="1039" y="1322"/>
                </a:lnTo>
                <a:lnTo>
                  <a:pt x="1113" y="1302"/>
                </a:lnTo>
                <a:lnTo>
                  <a:pt x="1187" y="1281"/>
                </a:lnTo>
                <a:lnTo>
                  <a:pt x="1261" y="1261"/>
                </a:lnTo>
                <a:lnTo>
                  <a:pt x="1336" y="1241"/>
                </a:lnTo>
                <a:lnTo>
                  <a:pt x="1410" y="1220"/>
                </a:lnTo>
                <a:lnTo>
                  <a:pt x="1485" y="1200"/>
                </a:lnTo>
                <a:lnTo>
                  <a:pt x="1559" y="1180"/>
                </a:lnTo>
                <a:lnTo>
                  <a:pt x="1634" y="1159"/>
                </a:lnTo>
                <a:lnTo>
                  <a:pt x="1708" y="1139"/>
                </a:lnTo>
                <a:lnTo>
                  <a:pt x="1782" y="1119"/>
                </a:lnTo>
                <a:lnTo>
                  <a:pt x="1856" y="1098"/>
                </a:lnTo>
                <a:lnTo>
                  <a:pt x="1931" y="1078"/>
                </a:lnTo>
                <a:lnTo>
                  <a:pt x="2079" y="1037"/>
                </a:lnTo>
                <a:lnTo>
                  <a:pt x="2153" y="1017"/>
                </a:lnTo>
                <a:lnTo>
                  <a:pt x="2302" y="976"/>
                </a:lnTo>
                <a:lnTo>
                  <a:pt x="2376" y="956"/>
                </a:lnTo>
                <a:lnTo>
                  <a:pt x="2450" y="936"/>
                </a:lnTo>
                <a:lnTo>
                  <a:pt x="2524" y="915"/>
                </a:lnTo>
                <a:lnTo>
                  <a:pt x="2599" y="895"/>
                </a:lnTo>
                <a:lnTo>
                  <a:pt x="2673" y="875"/>
                </a:lnTo>
                <a:lnTo>
                  <a:pt x="2747" y="854"/>
                </a:lnTo>
                <a:lnTo>
                  <a:pt x="2821" y="834"/>
                </a:lnTo>
                <a:lnTo>
                  <a:pt x="2896" y="814"/>
                </a:lnTo>
                <a:lnTo>
                  <a:pt x="2970" y="793"/>
                </a:lnTo>
                <a:lnTo>
                  <a:pt x="3044" y="773"/>
                </a:lnTo>
                <a:lnTo>
                  <a:pt x="3118" y="753"/>
                </a:lnTo>
                <a:lnTo>
                  <a:pt x="3193" y="732"/>
                </a:lnTo>
                <a:lnTo>
                  <a:pt x="3267" y="712"/>
                </a:lnTo>
                <a:lnTo>
                  <a:pt x="3341" y="692"/>
                </a:lnTo>
                <a:lnTo>
                  <a:pt x="3415" y="671"/>
                </a:lnTo>
                <a:lnTo>
                  <a:pt x="3489" y="651"/>
                </a:lnTo>
                <a:lnTo>
                  <a:pt x="3638" y="610"/>
                </a:lnTo>
                <a:lnTo>
                  <a:pt x="3712" y="590"/>
                </a:lnTo>
                <a:lnTo>
                  <a:pt x="3786" y="569"/>
                </a:lnTo>
                <a:lnTo>
                  <a:pt x="3861" y="549"/>
                </a:lnTo>
                <a:lnTo>
                  <a:pt x="3935" y="529"/>
                </a:lnTo>
                <a:lnTo>
                  <a:pt x="4009" y="508"/>
                </a:lnTo>
                <a:lnTo>
                  <a:pt x="4083" y="488"/>
                </a:lnTo>
                <a:lnTo>
                  <a:pt x="4157" y="468"/>
                </a:lnTo>
                <a:lnTo>
                  <a:pt x="4232" y="447"/>
                </a:lnTo>
                <a:lnTo>
                  <a:pt x="4306" y="427"/>
                </a:lnTo>
                <a:lnTo>
                  <a:pt x="4380" y="407"/>
                </a:lnTo>
                <a:lnTo>
                  <a:pt x="4454" y="386"/>
                </a:lnTo>
                <a:lnTo>
                  <a:pt x="4529" y="366"/>
                </a:lnTo>
                <a:lnTo>
                  <a:pt x="4603" y="346"/>
                </a:lnTo>
                <a:lnTo>
                  <a:pt x="4677" y="325"/>
                </a:lnTo>
                <a:lnTo>
                  <a:pt x="4751" y="305"/>
                </a:lnTo>
                <a:lnTo>
                  <a:pt x="4826" y="285"/>
                </a:lnTo>
                <a:lnTo>
                  <a:pt x="4974" y="244"/>
                </a:lnTo>
                <a:lnTo>
                  <a:pt x="5048" y="224"/>
                </a:lnTo>
                <a:lnTo>
                  <a:pt x="5123" y="203"/>
                </a:lnTo>
                <a:lnTo>
                  <a:pt x="5197" y="183"/>
                </a:lnTo>
                <a:lnTo>
                  <a:pt x="5271" y="163"/>
                </a:lnTo>
                <a:lnTo>
                  <a:pt x="5345" y="142"/>
                </a:lnTo>
                <a:lnTo>
                  <a:pt x="5419" y="122"/>
                </a:lnTo>
                <a:lnTo>
                  <a:pt x="5494" y="102"/>
                </a:lnTo>
                <a:lnTo>
                  <a:pt x="5568" y="81"/>
                </a:lnTo>
                <a:lnTo>
                  <a:pt x="5642" y="61"/>
                </a:lnTo>
                <a:lnTo>
                  <a:pt x="5716" y="41"/>
                </a:lnTo>
                <a:lnTo>
                  <a:pt x="5791" y="20"/>
                </a:lnTo>
                <a:lnTo>
                  <a:pt x="5865" y="0"/>
                </a:lnTo>
              </a:path>
            </a:pathLst>
          </a:custGeom>
          <a:ln w="13320">
            <a:solidFill>
              <a:srgbClr val="1A1A1A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 flipV="1">
            <a:off x="435960" y="367560"/>
            <a:ext cx="0" cy="127188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541800" y="412920"/>
            <a:ext cx="651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Spearman ρ = 0.54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215280" y="1550520"/>
            <a:ext cx="1915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0.001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215280" y="1162800"/>
            <a:ext cx="1915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0.003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253440" y="737640"/>
            <a:ext cx="1490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0.01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410760" y="159480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410760" y="120708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410760" y="78192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410760" y="39420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435960" y="1639440"/>
            <a:ext cx="2322360" cy="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 flipV="1">
            <a:off x="81504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 flipV="1">
            <a:off x="167508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 flipV="1">
            <a:off x="261756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253440" y="349920"/>
            <a:ext cx="1490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0.03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26120" y="1670040"/>
            <a:ext cx="1915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0.001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1586160" y="1670040"/>
            <a:ext cx="1915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0.003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2548080" y="1670040"/>
            <a:ext cx="1490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0.01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1190880" y="1796760"/>
            <a:ext cx="76212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Mechanistic hazard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7" name=""/>
          <p:cNvSpPr txBox="1"/>
          <p:nvPr/>
        </p:nvSpPr>
        <p:spPr>
          <a:xfrm rot="16200000">
            <a:off x="-373320" y="975240"/>
            <a:ext cx="97344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Machine-learning hazard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189720" y="63360"/>
            <a:ext cx="197532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Within the observed range, predictions co-vary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3258000" y="367560"/>
            <a:ext cx="1369080" cy="189000"/>
          </a:xfrm>
          <a:custGeom>
            <a:avLst/>
            <a:gdLst/>
            <a:ahLst/>
            <a:rect l="0" t="0" r="r" b="b"/>
            <a:pathLst>
              <a:path w="3803" h="525">
                <a:moveTo>
                  <a:pt x="0" y="0"/>
                </a:moveTo>
                <a:lnTo>
                  <a:pt x="3803" y="0"/>
                </a:lnTo>
                <a:lnTo>
                  <a:pt x="3803" y="525"/>
                </a:lnTo>
                <a:lnTo>
                  <a:pt x="0" y="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 flipV="1">
            <a:off x="3808440" y="367560"/>
            <a:ext cx="0" cy="18864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 flipV="1">
            <a:off x="4098960" y="367560"/>
            <a:ext cx="0" cy="18864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3808440" y="461880"/>
            <a:ext cx="290520" cy="0"/>
          </a:xfrm>
          <a:prstGeom prst="line">
            <a:avLst/>
          </a:prstGeom>
          <a:ln w="5688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3258000" y="594360"/>
            <a:ext cx="1369080" cy="504000"/>
          </a:xfrm>
          <a:custGeom>
            <a:avLst/>
            <a:gdLst/>
            <a:ahLst/>
            <a:rect l="0" t="0" r="r" b="b"/>
            <a:pathLst>
              <a:path w="3803" h="1400">
                <a:moveTo>
                  <a:pt x="0" y="0"/>
                </a:moveTo>
                <a:lnTo>
                  <a:pt x="3803" y="0"/>
                </a:lnTo>
                <a:lnTo>
                  <a:pt x="3803" y="1400"/>
                </a:lnTo>
                <a:lnTo>
                  <a:pt x="0" y="1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 flipV="1">
            <a:off x="3808440" y="596880"/>
            <a:ext cx="0" cy="50112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 flipV="1">
            <a:off x="4098960" y="596880"/>
            <a:ext cx="0" cy="50112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3610440" y="688680"/>
            <a:ext cx="667800" cy="0"/>
          </a:xfrm>
          <a:prstGeom prst="line">
            <a:avLst/>
          </a:prstGeom>
          <a:ln w="56880">
            <a:solidFill>
              <a:srgbClr val="E8AA9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3513960" y="846000"/>
            <a:ext cx="863640" cy="0"/>
          </a:xfrm>
          <a:prstGeom prst="line">
            <a:avLst/>
          </a:prstGeom>
          <a:ln w="56880">
            <a:solidFill>
              <a:srgbClr val="D1552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3447000" y="1003320"/>
            <a:ext cx="987480" cy="0"/>
          </a:xfrm>
          <a:prstGeom prst="line">
            <a:avLst/>
          </a:prstGeom>
          <a:ln w="56880">
            <a:solidFill>
              <a:srgbClr val="823A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3258000" y="1135800"/>
            <a:ext cx="1369080" cy="504000"/>
          </a:xfrm>
          <a:custGeom>
            <a:avLst/>
            <a:gdLst/>
            <a:ahLst/>
            <a:rect l="0" t="0" r="r" b="b"/>
            <a:pathLst>
              <a:path w="3803" h="1400">
                <a:moveTo>
                  <a:pt x="0" y="0"/>
                </a:moveTo>
                <a:lnTo>
                  <a:pt x="3803" y="0"/>
                </a:lnTo>
                <a:lnTo>
                  <a:pt x="3803" y="1400"/>
                </a:lnTo>
                <a:lnTo>
                  <a:pt x="0" y="1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 flipV="1">
            <a:off x="3808440" y="1143000"/>
            <a:ext cx="0" cy="49680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 flipV="1">
            <a:off x="4098960" y="1143000"/>
            <a:ext cx="0" cy="49680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3584880" y="1230120"/>
            <a:ext cx="748440" cy="0"/>
          </a:xfrm>
          <a:prstGeom prst="line">
            <a:avLst/>
          </a:prstGeom>
          <a:ln w="56880">
            <a:solidFill>
              <a:srgbClr val="E8AA9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3457800" y="1387800"/>
            <a:ext cx="977400" cy="0"/>
          </a:xfrm>
          <a:prstGeom prst="line">
            <a:avLst/>
          </a:prstGeom>
          <a:ln w="56880">
            <a:solidFill>
              <a:srgbClr val="D1552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3320280" y="1545120"/>
            <a:ext cx="1244160" cy="0"/>
          </a:xfrm>
          <a:prstGeom prst="line">
            <a:avLst/>
          </a:prstGeom>
          <a:ln w="56880">
            <a:solidFill>
              <a:srgbClr val="823A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4727880" y="367560"/>
            <a:ext cx="1368720" cy="189000"/>
          </a:xfrm>
          <a:custGeom>
            <a:avLst/>
            <a:gdLst/>
            <a:ahLst/>
            <a:rect l="0" t="0" r="r" b="b"/>
            <a:pathLst>
              <a:path w="3802" h="525">
                <a:moveTo>
                  <a:pt x="0" y="0"/>
                </a:moveTo>
                <a:lnTo>
                  <a:pt x="3802" y="0"/>
                </a:lnTo>
                <a:lnTo>
                  <a:pt x="3802" y="525"/>
                </a:lnTo>
                <a:lnTo>
                  <a:pt x="0" y="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 flipV="1">
            <a:off x="4790160" y="367560"/>
            <a:ext cx="0" cy="18864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 flipV="1">
            <a:off x="5424480" y="367560"/>
            <a:ext cx="0" cy="18864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4790160" y="461880"/>
            <a:ext cx="634320" cy="0"/>
          </a:xfrm>
          <a:prstGeom prst="line">
            <a:avLst/>
          </a:prstGeom>
          <a:ln w="5688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4727880" y="594360"/>
            <a:ext cx="1368720" cy="504000"/>
          </a:xfrm>
          <a:custGeom>
            <a:avLst/>
            <a:gdLst/>
            <a:ahLst/>
            <a:rect l="0" t="0" r="r" b="b"/>
            <a:pathLst>
              <a:path w="3802" h="1400">
                <a:moveTo>
                  <a:pt x="0" y="0"/>
                </a:moveTo>
                <a:lnTo>
                  <a:pt x="3802" y="0"/>
                </a:lnTo>
                <a:lnTo>
                  <a:pt x="3802" y="1400"/>
                </a:lnTo>
                <a:lnTo>
                  <a:pt x="0" y="1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 flipV="1">
            <a:off x="4790160" y="596880"/>
            <a:ext cx="0" cy="50112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 flipV="1">
            <a:off x="5424480" y="596880"/>
            <a:ext cx="0" cy="50112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4902120" y="688680"/>
            <a:ext cx="642240" cy="0"/>
          </a:xfrm>
          <a:prstGeom prst="line">
            <a:avLst/>
          </a:prstGeom>
          <a:ln w="56880">
            <a:solidFill>
              <a:srgbClr val="E8AA9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4994640" y="846000"/>
            <a:ext cx="641880" cy="0"/>
          </a:xfrm>
          <a:prstGeom prst="line">
            <a:avLst/>
          </a:prstGeom>
          <a:ln w="56880">
            <a:solidFill>
              <a:srgbClr val="D1552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5133240" y="1003320"/>
            <a:ext cx="642240" cy="0"/>
          </a:xfrm>
          <a:prstGeom prst="line">
            <a:avLst/>
          </a:prstGeom>
          <a:ln w="56880">
            <a:solidFill>
              <a:srgbClr val="823A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4727880" y="1135800"/>
            <a:ext cx="1368720" cy="504000"/>
          </a:xfrm>
          <a:custGeom>
            <a:avLst/>
            <a:gdLst/>
            <a:ahLst/>
            <a:rect l="0" t="0" r="r" b="b"/>
            <a:pathLst>
              <a:path w="3802" h="1400">
                <a:moveTo>
                  <a:pt x="0" y="0"/>
                </a:moveTo>
                <a:lnTo>
                  <a:pt x="3802" y="0"/>
                </a:lnTo>
                <a:lnTo>
                  <a:pt x="3802" y="1400"/>
                </a:lnTo>
                <a:lnTo>
                  <a:pt x="0" y="1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 flipV="1">
            <a:off x="4790160" y="1143000"/>
            <a:ext cx="0" cy="49680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 flipV="1">
            <a:off x="5424480" y="1143000"/>
            <a:ext cx="0" cy="49680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4929840" y="1230120"/>
            <a:ext cx="642240" cy="0"/>
          </a:xfrm>
          <a:prstGeom prst="line">
            <a:avLst/>
          </a:prstGeom>
          <a:ln w="56880">
            <a:solidFill>
              <a:srgbClr val="E8AA9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5114520" y="1387800"/>
            <a:ext cx="642240" cy="0"/>
          </a:xfrm>
          <a:prstGeom prst="line">
            <a:avLst/>
          </a:prstGeom>
          <a:ln w="56880">
            <a:solidFill>
              <a:srgbClr val="D1552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5392080" y="1545120"/>
            <a:ext cx="642240" cy="0"/>
          </a:xfrm>
          <a:prstGeom prst="line">
            <a:avLst/>
          </a:prstGeom>
          <a:ln w="56880">
            <a:solidFill>
              <a:srgbClr val="823A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8440" tIns="-28440" rIns="28440" bIns="-28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50400" y="12600"/>
            <a:ext cx="1011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3258360" y="228240"/>
            <a:ext cx="94392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4727880" y="228240"/>
            <a:ext cx="54612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Survey effort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6147000" y="417600"/>
            <a:ext cx="3520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Observed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6147000" y="801720"/>
            <a:ext cx="3268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SSP2-4.5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3258000" y="1639440"/>
            <a:ext cx="1368720" cy="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 flipV="1">
            <a:off x="333720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 flipV="1">
            <a:off x="364968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 flipV="1">
            <a:off x="396216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 flipV="1">
            <a:off x="427500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1" name=""/>
          <p:cNvSpPr/>
          <p:nvPr/>
        </p:nvSpPr>
        <p:spPr>
          <a:xfrm flipV="1">
            <a:off x="458748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6147000" y="1343520"/>
            <a:ext cx="3268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SSP5-8.5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3273840" y="1670040"/>
            <a:ext cx="129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−10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3605400" y="1670040"/>
            <a:ext cx="874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−5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3943440" y="16700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4255920" y="16700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4727880" y="1639440"/>
            <a:ext cx="1368360" cy="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 flipV="1">
            <a:off x="475200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 flipV="1">
            <a:off x="506016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 flipV="1">
            <a:off x="536832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 flipV="1">
            <a:off x="567612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 flipV="1">
            <a:off x="5984280" y="163944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4549680" y="1670040"/>
            <a:ext cx="853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4707720" y="1670040"/>
            <a:ext cx="874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−2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5041080" y="16700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5349240" y="16700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5657400" y="16700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 flipV="1">
            <a:off x="3258000" y="367560"/>
            <a:ext cx="0" cy="18864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965560" y="16700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3232800" y="46188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 flipV="1">
            <a:off x="3258000" y="594360"/>
            <a:ext cx="0" cy="50364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2872440" y="417600"/>
            <a:ext cx="381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2002–2024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3062880" y="959040"/>
            <a:ext cx="1702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2080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3062880" y="801720"/>
            <a:ext cx="1702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2050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3232800" y="100332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3232800" y="84600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3232800" y="68868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 flipV="1">
            <a:off x="3258000" y="1135800"/>
            <a:ext cx="0" cy="50364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3062880" y="644400"/>
            <a:ext cx="1702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2030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3062880" y="1500840"/>
            <a:ext cx="1702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2080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3062880" y="1343520"/>
            <a:ext cx="1702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2050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3232800" y="154512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3232800" y="138780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3232800" y="123012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3062880" y="1186200"/>
            <a:ext cx="1702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2030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3845520" y="1796760"/>
            <a:ext cx="158796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Standardised value (1st–99th percentile)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2986200" y="63360"/>
            <a:ext cx="172980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Future scenarios leave the training range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435960" y="2304000"/>
            <a:ext cx="1802880" cy="884520"/>
          </a:xfrm>
          <a:custGeom>
            <a:avLst/>
            <a:gdLst/>
            <a:ahLst/>
            <a:rect l="0" t="0" r="r" b="b"/>
            <a:pathLst>
              <a:path w="5008" h="2457">
                <a:moveTo>
                  <a:pt x="0" y="0"/>
                </a:moveTo>
                <a:lnTo>
                  <a:pt x="5008" y="0"/>
                </a:lnTo>
                <a:lnTo>
                  <a:pt x="5008" y="2457"/>
                </a:lnTo>
                <a:lnTo>
                  <a:pt x="0" y="2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435960" y="2733480"/>
            <a:ext cx="1802520" cy="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 flipV="1">
            <a:off x="783000" y="2304000"/>
            <a:ext cx="0" cy="88416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 flipV="1">
            <a:off x="435960" y="2304000"/>
            <a:ext cx="927360" cy="68688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785160" y="26946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785160" y="26946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839520" y="27234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839520" y="272340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790560" y="27482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790560" y="27482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825120" y="277488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6"/>
                </a:moveTo>
                <a:cubicBezTo>
                  <a:pt x="0" y="-15"/>
                  <a:pt x="94" y="-15"/>
                  <a:pt x="94" y="46"/>
                </a:cubicBezTo>
                <a:cubicBezTo>
                  <a:pt x="94" y="109"/>
                  <a:pt x="0" y="109"/>
                  <a:pt x="0" y="46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825120" y="277488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6"/>
                </a:moveTo>
                <a:cubicBezTo>
                  <a:pt x="94" y="109"/>
                  <a:pt x="0" y="109"/>
                  <a:pt x="0" y="46"/>
                </a:cubicBezTo>
                <a:cubicBezTo>
                  <a:pt x="0" y="-15"/>
                  <a:pt x="94" y="-15"/>
                  <a:pt x="94" y="46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786240" y="272520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786240" y="272520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09"/>
                  <a:pt x="0" y="109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743040" y="26866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743040" y="26866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813600" y="2565000"/>
            <a:ext cx="33480" cy="34200"/>
          </a:xfrm>
          <a:custGeom>
            <a:avLst/>
            <a:gdLst/>
            <a:ahLst/>
            <a:rect l="0" t="0" r="r" b="b"/>
            <a:pathLst>
              <a:path w="93" h="95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813600" y="2565000"/>
            <a:ext cx="33480" cy="34200"/>
          </a:xfrm>
          <a:custGeom>
            <a:avLst/>
            <a:gdLst/>
            <a:ahLst/>
            <a:rect l="0" t="0" r="r" b="b"/>
            <a:pathLst>
              <a:path fill="none" w="93" h="95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788040" y="2899440"/>
            <a:ext cx="33480" cy="34200"/>
          </a:xfrm>
          <a:custGeom>
            <a:avLst/>
            <a:gdLst/>
            <a:ahLst/>
            <a:rect l="0" t="0" r="r" b="b"/>
            <a:pathLst>
              <a:path w="93" h="95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788040" y="2899440"/>
            <a:ext cx="33480" cy="34200"/>
          </a:xfrm>
          <a:custGeom>
            <a:avLst/>
            <a:gdLst/>
            <a:ahLst/>
            <a:rect l="0" t="0" r="r" b="b"/>
            <a:pathLst>
              <a:path fill="none" w="93" h="95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806760" y="27054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806760" y="27054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784440" y="271332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5"/>
                  <a:pt x="93" y="-15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784440" y="271332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5"/>
                  <a:pt x="93" y="-15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830520" y="27097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830520" y="27097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793800" y="26445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793800" y="26445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808560" y="26589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808560" y="26589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808560" y="28749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808560" y="28749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777600" y="303300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777600" y="303300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848520" y="272664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848520" y="272664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794880" y="24912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794880" y="24912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816480" y="29296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816480" y="292968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782640" y="276336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782640" y="276336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802080" y="2866680"/>
            <a:ext cx="33480" cy="34200"/>
          </a:xfrm>
          <a:custGeom>
            <a:avLst/>
            <a:gdLst/>
            <a:ahLst/>
            <a:rect l="0" t="0" r="r" b="b"/>
            <a:pathLst>
              <a:path w="93" h="95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802080" y="2866680"/>
            <a:ext cx="33480" cy="34200"/>
          </a:xfrm>
          <a:custGeom>
            <a:avLst/>
            <a:gdLst/>
            <a:ahLst/>
            <a:rect l="0" t="0" r="r" b="b"/>
            <a:pathLst>
              <a:path fill="none" w="93" h="95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789840" y="27349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789840" y="27349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776160" y="27043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776160" y="27043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800640" y="27057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800640" y="27057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820080" y="28767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6"/>
                </a:moveTo>
                <a:cubicBezTo>
                  <a:pt x="0" y="-15"/>
                  <a:pt x="94" y="-15"/>
                  <a:pt x="94" y="46"/>
                </a:cubicBezTo>
                <a:cubicBezTo>
                  <a:pt x="94" y="109"/>
                  <a:pt x="0" y="109"/>
                  <a:pt x="0" y="46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820080" y="287676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6"/>
                </a:moveTo>
                <a:cubicBezTo>
                  <a:pt x="94" y="109"/>
                  <a:pt x="0" y="109"/>
                  <a:pt x="0" y="46"/>
                </a:cubicBezTo>
                <a:cubicBezTo>
                  <a:pt x="0" y="-15"/>
                  <a:pt x="94" y="-15"/>
                  <a:pt x="94" y="46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773640" y="2935800"/>
            <a:ext cx="33480" cy="34200"/>
          </a:xfrm>
          <a:custGeom>
            <a:avLst/>
            <a:gdLst/>
            <a:ahLst/>
            <a:rect l="0" t="0" r="r" b="b"/>
            <a:pathLst>
              <a:path w="93" h="95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773640" y="2935800"/>
            <a:ext cx="33480" cy="34200"/>
          </a:xfrm>
          <a:custGeom>
            <a:avLst/>
            <a:gdLst/>
            <a:ahLst/>
            <a:rect l="0" t="0" r="r" b="b"/>
            <a:pathLst>
              <a:path fill="none" w="93" h="95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808200" y="27086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808200" y="27086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790560" y="25758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>
            <a:off x="790560" y="25758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782280" y="271944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782280" y="271944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09"/>
                  <a:pt x="0" y="109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753840" y="23418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753840" y="23418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619920" y="279504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619920" y="279504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821880" y="27194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821880" y="27194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2840760" y="12600"/>
            <a:ext cx="1011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1809000" y="2340000"/>
            <a:ext cx="3236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ρ = −0.04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1542240" y="2431440"/>
            <a:ext cx="6361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42% agree on sign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435960" y="3264120"/>
            <a:ext cx="1802880" cy="884520"/>
          </a:xfrm>
          <a:custGeom>
            <a:avLst/>
            <a:gdLst/>
            <a:ahLst/>
            <a:rect l="0" t="0" r="r" b="b"/>
            <a:pathLst>
              <a:path w="5008" h="2457">
                <a:moveTo>
                  <a:pt x="0" y="0"/>
                </a:moveTo>
                <a:lnTo>
                  <a:pt x="5008" y="0"/>
                </a:lnTo>
                <a:lnTo>
                  <a:pt x="5008" y="2457"/>
                </a:lnTo>
                <a:lnTo>
                  <a:pt x="0" y="2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435960" y="3693600"/>
            <a:ext cx="1802520" cy="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 flipV="1">
            <a:off x="783000" y="3264120"/>
            <a:ext cx="0" cy="88416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 flipV="1">
            <a:off x="435960" y="3264120"/>
            <a:ext cx="927360" cy="68688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797760" y="36324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797760" y="36324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867960" y="3692520"/>
            <a:ext cx="33480" cy="34200"/>
          </a:xfrm>
          <a:custGeom>
            <a:avLst/>
            <a:gdLst/>
            <a:ahLst/>
            <a:rect l="0" t="0" r="r" b="b"/>
            <a:pathLst>
              <a:path w="93" h="95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867960" y="3692520"/>
            <a:ext cx="33480" cy="34200"/>
          </a:xfrm>
          <a:custGeom>
            <a:avLst/>
            <a:gdLst/>
            <a:ahLst/>
            <a:rect l="0" t="0" r="r" b="b"/>
            <a:pathLst>
              <a:path fill="none" w="93" h="95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810360" y="368856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810360" y="368856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858960" y="37051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858960" y="37051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793080" y="36961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793080" y="36961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781920" y="3564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781920" y="35647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849960" y="37836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849960" y="37836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825840" y="37774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825840" y="37774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859320" y="342072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859320" y="342072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803880" y="35398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803880" y="35398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837720" y="34686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6"/>
                </a:moveTo>
                <a:cubicBezTo>
                  <a:pt x="0" y="-15"/>
                  <a:pt x="94" y="-15"/>
                  <a:pt x="94" y="46"/>
                </a:cubicBezTo>
                <a:cubicBezTo>
                  <a:pt x="94" y="109"/>
                  <a:pt x="0" y="109"/>
                  <a:pt x="0" y="46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837720" y="346860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6"/>
                </a:moveTo>
                <a:cubicBezTo>
                  <a:pt x="94" y="109"/>
                  <a:pt x="0" y="109"/>
                  <a:pt x="0" y="46"/>
                </a:cubicBezTo>
                <a:cubicBezTo>
                  <a:pt x="0" y="-15"/>
                  <a:pt x="94" y="-15"/>
                  <a:pt x="94" y="46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800640" y="374004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800640" y="374004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815400" y="36460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815400" y="36460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824760" y="379260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5"/>
                  <a:pt x="93" y="-15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824760" y="379260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5"/>
                  <a:pt x="93" y="-15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776880" y="3929040"/>
            <a:ext cx="33480" cy="34200"/>
          </a:xfrm>
          <a:custGeom>
            <a:avLst/>
            <a:gdLst/>
            <a:ahLst/>
            <a:rect l="0" t="0" r="r" b="b"/>
            <a:pathLst>
              <a:path w="93" h="95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776880" y="3929040"/>
            <a:ext cx="33480" cy="34200"/>
          </a:xfrm>
          <a:custGeom>
            <a:avLst/>
            <a:gdLst/>
            <a:ahLst/>
            <a:rect l="0" t="0" r="r" b="b"/>
            <a:pathLst>
              <a:path fill="none" w="93" h="95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863280" y="36698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863280" y="36698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810360" y="366804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6"/>
                </a:moveTo>
                <a:cubicBezTo>
                  <a:pt x="0" y="-15"/>
                  <a:pt x="94" y="-15"/>
                  <a:pt x="94" y="46"/>
                </a:cubicBezTo>
                <a:cubicBezTo>
                  <a:pt x="94" y="109"/>
                  <a:pt x="0" y="109"/>
                  <a:pt x="0" y="46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810360" y="366804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6"/>
                </a:moveTo>
                <a:cubicBezTo>
                  <a:pt x="94" y="109"/>
                  <a:pt x="0" y="109"/>
                  <a:pt x="0" y="46"/>
                </a:cubicBezTo>
                <a:cubicBezTo>
                  <a:pt x="0" y="-15"/>
                  <a:pt x="94" y="-15"/>
                  <a:pt x="94" y="46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823680" y="38397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823680" y="38397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796320" y="35488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796320" y="35488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805680" y="38466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805680" y="38466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815760" y="368208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815760" y="368208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09"/>
                  <a:pt x="0" y="109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785520" y="336060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785520" y="336060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824040" y="37972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824040" y="379728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846720" y="38293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846720" y="38293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784440" y="38754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784440" y="38754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840240" y="365904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840240" y="365904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807480" y="367452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5"/>
                  <a:pt x="93" y="-15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807480" y="367452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5"/>
                  <a:pt x="93" y="-15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803880" y="36324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803880" y="36324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739800" y="36781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739800" y="36781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579240" y="3719520"/>
            <a:ext cx="34200" cy="33840"/>
          </a:xfrm>
          <a:custGeom>
            <a:avLst/>
            <a:gdLst/>
            <a:ahLst/>
            <a:rect l="0" t="0" r="r" b="b"/>
            <a:pathLst>
              <a:path w="95" h="94">
                <a:moveTo>
                  <a:pt x="0" y="47"/>
                </a:moveTo>
                <a:cubicBezTo>
                  <a:pt x="0" y="-16"/>
                  <a:pt x="95" y="-16"/>
                  <a:pt x="95" y="47"/>
                </a:cubicBezTo>
                <a:cubicBezTo>
                  <a:pt x="95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579240" y="3719520"/>
            <a:ext cx="34200" cy="33840"/>
          </a:xfrm>
          <a:custGeom>
            <a:avLst/>
            <a:gdLst/>
            <a:ahLst/>
            <a:rect l="0" t="0" r="r" b="b"/>
            <a:pathLst>
              <a:path fill="none" w="95" h="94">
                <a:moveTo>
                  <a:pt x="95" y="47"/>
                </a:moveTo>
                <a:cubicBezTo>
                  <a:pt x="95" y="109"/>
                  <a:pt x="0" y="109"/>
                  <a:pt x="0" y="47"/>
                </a:cubicBezTo>
                <a:cubicBezTo>
                  <a:pt x="0" y="-16"/>
                  <a:pt x="95" y="-16"/>
                  <a:pt x="95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846360" y="368568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846360" y="368568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09"/>
                  <a:pt x="0" y="109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3" name=""/>
          <p:cNvSpPr txBox="1"/>
          <p:nvPr/>
        </p:nvSpPr>
        <p:spPr>
          <a:xfrm>
            <a:off x="1108080" y="2544120"/>
            <a:ext cx="106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1:1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1809000" y="3299760"/>
            <a:ext cx="3236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ρ = −0.03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2365200" y="2304000"/>
            <a:ext cx="1802520" cy="884520"/>
          </a:xfrm>
          <a:custGeom>
            <a:avLst/>
            <a:gdLst/>
            <a:ahLst/>
            <a:rect l="0" t="0" r="r" b="b"/>
            <a:pathLst>
              <a:path w="5007" h="2457">
                <a:moveTo>
                  <a:pt x="0" y="0"/>
                </a:moveTo>
                <a:lnTo>
                  <a:pt x="5007" y="0"/>
                </a:lnTo>
                <a:lnTo>
                  <a:pt x="5007" y="2457"/>
                </a:lnTo>
                <a:lnTo>
                  <a:pt x="0" y="2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2365200" y="2733480"/>
            <a:ext cx="1800360" cy="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 flipV="1">
            <a:off x="2711880" y="2304000"/>
            <a:ext cx="0" cy="88416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 flipV="1">
            <a:off x="2365200" y="2304000"/>
            <a:ext cx="927000" cy="68688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2793600" y="28188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2793600" y="28188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2883960" y="272916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2883960" y="272916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2809440" y="285732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2809440" y="285732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2925720" y="27601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2925720" y="27601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7" name=""/>
          <p:cNvSpPr/>
          <p:nvPr/>
        </p:nvSpPr>
        <p:spPr>
          <a:xfrm>
            <a:off x="2729520" y="273600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2729520" y="273600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2797920" y="27133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2797920" y="27133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2906640" y="28447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2906640" y="28447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2848680" y="2781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2848680" y="278136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2941200" y="27702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2941200" y="27702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2792160" y="28065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2792160" y="28065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2785320" y="26917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2785320" y="26917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2778120" y="275544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2778120" y="275544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2826000" y="269244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2826000" y="269244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09"/>
                  <a:pt x="0" y="109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2862720" y="28605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2862720" y="28605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2706120" y="31006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2706120" y="310068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2927520" y="27540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8"/>
                  <a:pt x="0" y="108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2927520" y="275400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8"/>
                  <a:pt x="0" y="108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2827080" y="280944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5"/>
                  <a:pt x="93" y="-15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2827080" y="280944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5"/>
                  <a:pt x="93" y="-15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2773440" y="2770560"/>
            <a:ext cx="33480" cy="34200"/>
          </a:xfrm>
          <a:custGeom>
            <a:avLst/>
            <a:gdLst/>
            <a:ahLst/>
            <a:rect l="0" t="0" r="r" b="b"/>
            <a:pathLst>
              <a:path w="93" h="95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2773440" y="2770560"/>
            <a:ext cx="33480" cy="34200"/>
          </a:xfrm>
          <a:custGeom>
            <a:avLst/>
            <a:gdLst/>
            <a:ahLst/>
            <a:rect l="0" t="0" r="r" b="b"/>
            <a:pathLst>
              <a:path fill="none" w="93" h="95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2774520" y="28886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2774520" y="28886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2729160" y="30711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2729160" y="30711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2800080" y="2724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0" y="47"/>
                </a:moveTo>
                <a:cubicBezTo>
                  <a:pt x="0" y="-15"/>
                  <a:pt x="93" y="-15"/>
                  <a:pt x="93" y="47"/>
                </a:cubicBezTo>
                <a:cubicBezTo>
                  <a:pt x="93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2800080" y="2724120"/>
            <a:ext cx="33480" cy="33480"/>
          </a:xfrm>
          <a:custGeom>
            <a:avLst/>
            <a:gdLst/>
            <a:ahLst/>
            <a:rect l="0" t="0" r="r" b="b"/>
            <a:pathLst>
              <a:path fill="none" w="93" h="93">
                <a:moveTo>
                  <a:pt x="93" y="47"/>
                </a:moveTo>
                <a:cubicBezTo>
                  <a:pt x="93" y="109"/>
                  <a:pt x="0" y="109"/>
                  <a:pt x="0" y="47"/>
                </a:cubicBezTo>
                <a:cubicBezTo>
                  <a:pt x="0" y="-15"/>
                  <a:pt x="93" y="-15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2737440" y="27352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2737440" y="27352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2837880" y="28447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2837880" y="28447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2910600" y="28782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2910600" y="28782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2743200" y="30495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2743200" y="30495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2864880" y="27018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0" name=""/>
          <p:cNvSpPr/>
          <p:nvPr/>
        </p:nvSpPr>
        <p:spPr>
          <a:xfrm>
            <a:off x="2864880" y="27018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1" name=""/>
          <p:cNvSpPr/>
          <p:nvPr/>
        </p:nvSpPr>
        <p:spPr>
          <a:xfrm>
            <a:off x="2803320" y="28202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2" name=""/>
          <p:cNvSpPr/>
          <p:nvPr/>
        </p:nvSpPr>
        <p:spPr>
          <a:xfrm>
            <a:off x="2803320" y="28202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3" name=""/>
          <p:cNvSpPr/>
          <p:nvPr/>
        </p:nvSpPr>
        <p:spPr>
          <a:xfrm>
            <a:off x="2765880" y="269640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4" name=""/>
          <p:cNvSpPr/>
          <p:nvPr/>
        </p:nvSpPr>
        <p:spPr>
          <a:xfrm>
            <a:off x="2765880" y="269640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5" name=""/>
          <p:cNvSpPr/>
          <p:nvPr/>
        </p:nvSpPr>
        <p:spPr>
          <a:xfrm>
            <a:off x="2641680" y="276120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6" name=""/>
          <p:cNvSpPr/>
          <p:nvPr/>
        </p:nvSpPr>
        <p:spPr>
          <a:xfrm>
            <a:off x="2641680" y="276120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7" name=""/>
          <p:cNvSpPr/>
          <p:nvPr/>
        </p:nvSpPr>
        <p:spPr>
          <a:xfrm>
            <a:off x="2576520" y="266580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8" name=""/>
          <p:cNvSpPr/>
          <p:nvPr/>
        </p:nvSpPr>
        <p:spPr>
          <a:xfrm>
            <a:off x="2576520" y="266580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2909160" y="274212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6"/>
                </a:moveTo>
                <a:cubicBezTo>
                  <a:pt x="0" y="-15"/>
                  <a:pt x="94" y="-15"/>
                  <a:pt x="94" y="46"/>
                </a:cubicBezTo>
                <a:cubicBezTo>
                  <a:pt x="94" y="109"/>
                  <a:pt x="0" y="109"/>
                  <a:pt x="0" y="46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0" name=""/>
          <p:cNvSpPr/>
          <p:nvPr/>
        </p:nvSpPr>
        <p:spPr>
          <a:xfrm>
            <a:off x="2909160" y="274212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6"/>
                </a:moveTo>
                <a:cubicBezTo>
                  <a:pt x="94" y="109"/>
                  <a:pt x="0" y="109"/>
                  <a:pt x="0" y="46"/>
                </a:cubicBezTo>
                <a:cubicBezTo>
                  <a:pt x="0" y="-15"/>
                  <a:pt x="94" y="-15"/>
                  <a:pt x="94" y="46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1542240" y="3391200"/>
            <a:ext cx="6361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48% agree on sign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3737880" y="2340000"/>
            <a:ext cx="3236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ρ = −0.00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2365200" y="3264120"/>
            <a:ext cx="1802520" cy="884520"/>
          </a:xfrm>
          <a:custGeom>
            <a:avLst/>
            <a:gdLst/>
            <a:ahLst/>
            <a:rect l="0" t="0" r="r" b="b"/>
            <a:pathLst>
              <a:path w="5007" h="2457">
                <a:moveTo>
                  <a:pt x="0" y="0"/>
                </a:moveTo>
                <a:lnTo>
                  <a:pt x="5007" y="0"/>
                </a:lnTo>
                <a:lnTo>
                  <a:pt x="5007" y="2457"/>
                </a:lnTo>
                <a:lnTo>
                  <a:pt x="0" y="2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2365200" y="3693600"/>
            <a:ext cx="1800360" cy="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 flipV="1">
            <a:off x="2711880" y="3264120"/>
            <a:ext cx="0" cy="88416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6" name=""/>
          <p:cNvSpPr/>
          <p:nvPr/>
        </p:nvSpPr>
        <p:spPr>
          <a:xfrm flipV="1">
            <a:off x="2365200" y="3264120"/>
            <a:ext cx="927000" cy="68688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7" name=""/>
          <p:cNvSpPr/>
          <p:nvPr/>
        </p:nvSpPr>
        <p:spPr>
          <a:xfrm>
            <a:off x="2935800" y="37994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8" name=""/>
          <p:cNvSpPr/>
          <p:nvPr/>
        </p:nvSpPr>
        <p:spPr>
          <a:xfrm>
            <a:off x="2935800" y="37994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>
            <a:off x="3001680" y="36928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0" name=""/>
          <p:cNvSpPr/>
          <p:nvPr/>
        </p:nvSpPr>
        <p:spPr>
          <a:xfrm>
            <a:off x="3001680" y="369288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2971800" y="38221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2971800" y="38221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3181680" y="37234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3181680" y="372348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2787840" y="37101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2787840" y="37101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3022560" y="3789720"/>
            <a:ext cx="33480" cy="34200"/>
          </a:xfrm>
          <a:custGeom>
            <a:avLst/>
            <a:gdLst/>
            <a:ahLst/>
            <a:rect l="0" t="0" r="r" b="b"/>
            <a:pathLst>
              <a:path w="93" h="95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8" name=""/>
          <p:cNvSpPr/>
          <p:nvPr/>
        </p:nvSpPr>
        <p:spPr>
          <a:xfrm>
            <a:off x="3022560" y="3789720"/>
            <a:ext cx="33480" cy="34200"/>
          </a:xfrm>
          <a:custGeom>
            <a:avLst/>
            <a:gdLst/>
            <a:ahLst/>
            <a:rect l="0" t="0" r="r" b="b"/>
            <a:pathLst>
              <a:path fill="none" w="93" h="95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3161160" y="38138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3161160" y="38138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1" name=""/>
          <p:cNvSpPr/>
          <p:nvPr/>
        </p:nvSpPr>
        <p:spPr>
          <a:xfrm>
            <a:off x="3073320" y="38700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6"/>
                </a:moveTo>
                <a:cubicBezTo>
                  <a:pt x="0" y="-15"/>
                  <a:pt x="94" y="-15"/>
                  <a:pt x="94" y="46"/>
                </a:cubicBezTo>
                <a:cubicBezTo>
                  <a:pt x="94" y="109"/>
                  <a:pt x="0" y="109"/>
                  <a:pt x="0" y="46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2" name=""/>
          <p:cNvSpPr/>
          <p:nvPr/>
        </p:nvSpPr>
        <p:spPr>
          <a:xfrm>
            <a:off x="3073320" y="387000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6"/>
                </a:moveTo>
                <a:cubicBezTo>
                  <a:pt x="94" y="109"/>
                  <a:pt x="0" y="109"/>
                  <a:pt x="0" y="46"/>
                </a:cubicBezTo>
                <a:cubicBezTo>
                  <a:pt x="0" y="-15"/>
                  <a:pt x="94" y="-15"/>
                  <a:pt x="94" y="46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3" name=""/>
          <p:cNvSpPr/>
          <p:nvPr/>
        </p:nvSpPr>
        <p:spPr>
          <a:xfrm>
            <a:off x="3279600" y="373788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4" name=""/>
          <p:cNvSpPr/>
          <p:nvPr/>
        </p:nvSpPr>
        <p:spPr>
          <a:xfrm>
            <a:off x="3279600" y="373788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5" name=""/>
          <p:cNvSpPr/>
          <p:nvPr/>
        </p:nvSpPr>
        <p:spPr>
          <a:xfrm>
            <a:off x="2899440" y="3789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6" name=""/>
          <p:cNvSpPr/>
          <p:nvPr/>
        </p:nvSpPr>
        <p:spPr>
          <a:xfrm>
            <a:off x="2899440" y="37897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>
            <a:off x="2824920" y="3790080"/>
            <a:ext cx="33480" cy="34200"/>
          </a:xfrm>
          <a:custGeom>
            <a:avLst/>
            <a:gdLst/>
            <a:ahLst/>
            <a:rect l="0" t="0" r="r" b="b"/>
            <a:pathLst>
              <a:path w="93" h="95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2824920" y="3790080"/>
            <a:ext cx="33480" cy="34200"/>
          </a:xfrm>
          <a:custGeom>
            <a:avLst/>
            <a:gdLst/>
            <a:ahLst/>
            <a:rect l="0" t="0" r="r" b="b"/>
            <a:pathLst>
              <a:path fill="none" w="93" h="95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>
            <a:off x="2921760" y="37324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0" name=""/>
          <p:cNvSpPr/>
          <p:nvPr/>
        </p:nvSpPr>
        <p:spPr>
          <a:xfrm>
            <a:off x="2921760" y="37324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3012120" y="365760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2" name=""/>
          <p:cNvSpPr/>
          <p:nvPr/>
        </p:nvSpPr>
        <p:spPr>
          <a:xfrm>
            <a:off x="3012120" y="365760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3048480" y="38109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4" name=""/>
          <p:cNvSpPr/>
          <p:nvPr/>
        </p:nvSpPr>
        <p:spPr>
          <a:xfrm>
            <a:off x="3048480" y="38109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5" name=""/>
          <p:cNvSpPr/>
          <p:nvPr/>
        </p:nvSpPr>
        <p:spPr>
          <a:xfrm>
            <a:off x="2711160" y="40503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6" name=""/>
          <p:cNvSpPr/>
          <p:nvPr/>
        </p:nvSpPr>
        <p:spPr>
          <a:xfrm>
            <a:off x="2711160" y="40503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7" name=""/>
          <p:cNvSpPr/>
          <p:nvPr/>
        </p:nvSpPr>
        <p:spPr>
          <a:xfrm>
            <a:off x="3151440" y="37173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8" name=""/>
          <p:cNvSpPr/>
          <p:nvPr/>
        </p:nvSpPr>
        <p:spPr>
          <a:xfrm>
            <a:off x="3151440" y="37173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9" name=""/>
          <p:cNvSpPr/>
          <p:nvPr/>
        </p:nvSpPr>
        <p:spPr>
          <a:xfrm>
            <a:off x="2988000" y="377172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5"/>
                  <a:pt x="93" y="-15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2988000" y="377172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5"/>
                  <a:pt x="93" y="-15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1" name=""/>
          <p:cNvSpPr/>
          <p:nvPr/>
        </p:nvSpPr>
        <p:spPr>
          <a:xfrm>
            <a:off x="2809800" y="39859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2" name=""/>
          <p:cNvSpPr/>
          <p:nvPr/>
        </p:nvSpPr>
        <p:spPr>
          <a:xfrm>
            <a:off x="2809800" y="39859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2849400" y="38458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2849400" y="38458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5" name=""/>
          <p:cNvSpPr/>
          <p:nvPr/>
        </p:nvSpPr>
        <p:spPr>
          <a:xfrm>
            <a:off x="2732760" y="40312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2732760" y="40312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2966760" y="36864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8" name=""/>
          <p:cNvSpPr/>
          <p:nvPr/>
        </p:nvSpPr>
        <p:spPr>
          <a:xfrm>
            <a:off x="2966760" y="36864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2849760" y="36846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2849760" y="36846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3010680" y="38188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3010680" y="38188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3" name=""/>
          <p:cNvSpPr/>
          <p:nvPr/>
        </p:nvSpPr>
        <p:spPr>
          <a:xfrm>
            <a:off x="3135960" y="38448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4" name=""/>
          <p:cNvSpPr/>
          <p:nvPr/>
        </p:nvSpPr>
        <p:spPr>
          <a:xfrm>
            <a:off x="3135960" y="38448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2846880" y="399708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2846880" y="399708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3099600" y="36817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8" name=""/>
          <p:cNvSpPr/>
          <p:nvPr/>
        </p:nvSpPr>
        <p:spPr>
          <a:xfrm>
            <a:off x="3099600" y="36817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2923920" y="377820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2923920" y="377820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09"/>
                  <a:pt x="0" y="109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2885040" y="36597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2885040" y="36597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2638440" y="37123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2638440" y="37123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2669400" y="34538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2669400" y="34538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3107520" y="370836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5"/>
                  <a:pt x="93" y="-15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3107520" y="370836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5"/>
                  <a:pt x="93" y="-15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9" name=""/>
          <p:cNvSpPr txBox="1"/>
          <p:nvPr/>
        </p:nvSpPr>
        <p:spPr>
          <a:xfrm>
            <a:off x="3471480" y="2431440"/>
            <a:ext cx="6361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19% agree on sign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3788640" y="3299760"/>
            <a:ext cx="2793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ρ = 0.11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4294080" y="2304000"/>
            <a:ext cx="1802520" cy="884520"/>
          </a:xfrm>
          <a:custGeom>
            <a:avLst/>
            <a:gdLst/>
            <a:ahLst/>
            <a:rect l="0" t="0" r="r" b="b"/>
            <a:pathLst>
              <a:path w="5007" h="2457">
                <a:moveTo>
                  <a:pt x="0" y="0"/>
                </a:moveTo>
                <a:lnTo>
                  <a:pt x="5007" y="0"/>
                </a:lnTo>
                <a:lnTo>
                  <a:pt x="5007" y="2457"/>
                </a:lnTo>
                <a:lnTo>
                  <a:pt x="0" y="2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4294080" y="2733480"/>
            <a:ext cx="1801800" cy="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 flipV="1">
            <a:off x="4640760" y="2304000"/>
            <a:ext cx="0" cy="88416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4" name=""/>
          <p:cNvSpPr/>
          <p:nvPr/>
        </p:nvSpPr>
        <p:spPr>
          <a:xfrm flipV="1">
            <a:off x="4294080" y="2304000"/>
            <a:ext cx="927000" cy="68688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4848120" y="28162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4848120" y="28162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4986360" y="27241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4986360" y="27241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4897080" y="28630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4897080" y="286308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5202720" y="27619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5202720" y="27619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4697640" y="27691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4697640" y="27691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5006880" y="28242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5006880" y="28242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5158080" y="2858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5158080" y="28580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5031000" y="290412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6"/>
                </a:moveTo>
                <a:cubicBezTo>
                  <a:pt x="0" y="-15"/>
                  <a:pt x="94" y="-15"/>
                  <a:pt x="94" y="46"/>
                </a:cubicBezTo>
                <a:cubicBezTo>
                  <a:pt x="94" y="109"/>
                  <a:pt x="0" y="109"/>
                  <a:pt x="0" y="46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5031000" y="290412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6"/>
                </a:moveTo>
                <a:cubicBezTo>
                  <a:pt x="94" y="109"/>
                  <a:pt x="0" y="109"/>
                  <a:pt x="0" y="46"/>
                </a:cubicBezTo>
                <a:cubicBezTo>
                  <a:pt x="0" y="-15"/>
                  <a:pt x="94" y="-15"/>
                  <a:pt x="94" y="46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5302800" y="27741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5302800" y="27741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4861440" y="283068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4861440" y="283068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09"/>
                  <a:pt x="0" y="109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4766400" y="28396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4766400" y="28396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4779720" y="278532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8"/>
                  <a:pt x="0" y="108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4779720" y="278532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8"/>
                  <a:pt x="0" y="108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4892760" y="26892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4892760" y="268920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5019120" y="28512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5019120" y="28512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4666320" y="30931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4666320" y="30931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5069880" y="27554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5069880" y="27554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4971600" y="280620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5"/>
                  <a:pt x="93" y="-15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4971600" y="280620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5"/>
                  <a:pt x="93" y="-15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4765680" y="301464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8"/>
                  <a:pt x="0" y="108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4765680" y="301464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8"/>
                  <a:pt x="0" y="108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4821480" y="28702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4821480" y="287028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4646880" y="308592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4646880" y="308592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4917600" y="272448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0" y="47"/>
                </a:moveTo>
                <a:cubicBezTo>
                  <a:pt x="0" y="-15"/>
                  <a:pt x="93" y="-15"/>
                  <a:pt x="93" y="47"/>
                </a:cubicBezTo>
                <a:cubicBezTo>
                  <a:pt x="93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4917600" y="2724480"/>
            <a:ext cx="33480" cy="33480"/>
          </a:xfrm>
          <a:custGeom>
            <a:avLst/>
            <a:gdLst/>
            <a:ahLst/>
            <a:rect l="0" t="0" r="r" b="b"/>
            <a:pathLst>
              <a:path fill="none" w="93" h="93">
                <a:moveTo>
                  <a:pt x="93" y="47"/>
                </a:moveTo>
                <a:cubicBezTo>
                  <a:pt x="93" y="109"/>
                  <a:pt x="0" y="109"/>
                  <a:pt x="0" y="47"/>
                </a:cubicBezTo>
                <a:cubicBezTo>
                  <a:pt x="0" y="-15"/>
                  <a:pt x="93" y="-15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4764960" y="27302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4764960" y="27302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4960080" y="284868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4960080" y="2848680"/>
            <a:ext cx="33480" cy="33840"/>
          </a:xfrm>
          <a:custGeom>
            <a:avLst/>
            <a:gdLst/>
            <a:ahLst/>
            <a:rect l="0" t="0" r="r" b="b"/>
            <a:pathLst>
              <a:path fill="none" w="93" h="94">
                <a:moveTo>
                  <a:pt x="93" y="47"/>
                </a:moveTo>
                <a:cubicBezTo>
                  <a:pt x="93" y="109"/>
                  <a:pt x="0" y="109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5088960" y="28825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5088960" y="28825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4775400" y="30283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4775400" y="30283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5043600" y="27086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5043600" y="27086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4886280" y="28234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4886280" y="28234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4847400" y="27028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4847400" y="270288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4541760" y="276948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4541760" y="276948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4628520" y="25542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4628520" y="25542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5099400" y="27579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5099400" y="27579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3471480" y="3391200"/>
            <a:ext cx="6361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10% agree on sign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5717880" y="2340000"/>
            <a:ext cx="2793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ρ = 0.11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4294080" y="3264120"/>
            <a:ext cx="1802520" cy="884520"/>
          </a:xfrm>
          <a:custGeom>
            <a:avLst/>
            <a:gdLst/>
            <a:ahLst/>
            <a:rect l="0" t="0" r="r" b="b"/>
            <a:pathLst>
              <a:path w="5007" h="2457">
                <a:moveTo>
                  <a:pt x="0" y="0"/>
                </a:moveTo>
                <a:lnTo>
                  <a:pt x="5007" y="0"/>
                </a:lnTo>
                <a:lnTo>
                  <a:pt x="5007" y="2457"/>
                </a:lnTo>
                <a:lnTo>
                  <a:pt x="0" y="2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4294080" y="3693600"/>
            <a:ext cx="1801800" cy="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 flipV="1">
            <a:off x="4640760" y="3264120"/>
            <a:ext cx="0" cy="884160"/>
          </a:xfrm>
          <a:prstGeom prst="line">
            <a:avLst/>
          </a:prstGeom>
          <a:ln w="7920">
            <a:solidFill>
              <a:srgbClr val="9A9A9A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 flipV="1">
            <a:off x="4294080" y="3264120"/>
            <a:ext cx="927360" cy="686880"/>
          </a:xfrm>
          <a:prstGeom prst="line">
            <a:avLst/>
          </a:prstGeom>
          <a:ln w="6480">
            <a:solidFill>
              <a:srgbClr val="9A9A9A"/>
            </a:solidFill>
            <a:custDash>
              <a:ds d="583333" sp="583333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5544000" y="3812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5544000" y="38120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5509440" y="37404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5509440" y="37404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5539680" y="382284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5539680" y="382284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5921280" y="372636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5921280" y="372636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5035320" y="36795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5035320" y="36795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5845320" y="3781440"/>
            <a:ext cx="34200" cy="33840"/>
          </a:xfrm>
          <a:custGeom>
            <a:avLst/>
            <a:gdLst/>
            <a:ahLst/>
            <a:rect l="0" t="0" r="r" b="b"/>
            <a:pathLst>
              <a:path w="95" h="94">
                <a:moveTo>
                  <a:pt x="0" y="47"/>
                </a:moveTo>
                <a:cubicBezTo>
                  <a:pt x="0" y="-16"/>
                  <a:pt x="95" y="-16"/>
                  <a:pt x="95" y="47"/>
                </a:cubicBezTo>
                <a:cubicBezTo>
                  <a:pt x="95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5845320" y="3781440"/>
            <a:ext cx="34200" cy="33840"/>
          </a:xfrm>
          <a:custGeom>
            <a:avLst/>
            <a:gdLst/>
            <a:ahLst/>
            <a:rect l="0" t="0" r="r" b="b"/>
            <a:pathLst>
              <a:path fill="none" w="95" h="94">
                <a:moveTo>
                  <a:pt x="95" y="47"/>
                </a:moveTo>
                <a:cubicBezTo>
                  <a:pt x="95" y="109"/>
                  <a:pt x="0" y="109"/>
                  <a:pt x="0" y="47"/>
                </a:cubicBezTo>
                <a:cubicBezTo>
                  <a:pt x="0" y="-16"/>
                  <a:pt x="95" y="-16"/>
                  <a:pt x="95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5787720" y="38185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5787720" y="38185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5714280" y="38671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5714280" y="38671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5954040" y="37422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8"/>
                  <a:pt x="0" y="108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5954040" y="374220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8"/>
                  <a:pt x="0" y="108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5370120" y="383328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5370120" y="3833280"/>
            <a:ext cx="33840" cy="33480"/>
          </a:xfrm>
          <a:custGeom>
            <a:avLst/>
            <a:gdLst/>
            <a:ahLst/>
            <a:rect l="0" t="0" r="r" b="b"/>
            <a:pathLst>
              <a:path fill="none" w="94" h="93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4918320" y="382176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4918320" y="382176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5488560" y="37573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5488560" y="37573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5627160" y="368280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5627160" y="368280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5606640" y="38084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5606640" y="38084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4797720" y="405324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4797720" y="405324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5787720" y="37141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5787720" y="37141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5631120" y="37688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5631120" y="37688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4930560" y="39967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4930560" y="39967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5178240" y="38541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5178240" y="38541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4883040" y="40215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4883040" y="40215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5494320" y="36986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5494320" y="36986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5288400" y="37231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5288400" y="37231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5638680" y="38293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5638680" y="38293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5898240" y="384696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09"/>
                  <a:pt x="0" y="109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5898240" y="384696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09"/>
                  <a:pt x="0" y="109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5295960" y="40201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5295960" y="40201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5731200" y="36709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5731200" y="36709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5403960" y="38275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5403960" y="382752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5304960" y="3687480"/>
            <a:ext cx="33480" cy="34200"/>
          </a:xfrm>
          <a:custGeom>
            <a:avLst/>
            <a:gdLst/>
            <a:ahLst/>
            <a:rect l="0" t="0" r="r" b="b"/>
            <a:pathLst>
              <a:path w="93" h="95">
                <a:moveTo>
                  <a:pt x="0" y="47"/>
                </a:moveTo>
                <a:cubicBezTo>
                  <a:pt x="0" y="-16"/>
                  <a:pt x="93" y="-16"/>
                  <a:pt x="93" y="47"/>
                </a:cubicBezTo>
                <a:cubicBezTo>
                  <a:pt x="93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5304960" y="3687480"/>
            <a:ext cx="33480" cy="34200"/>
          </a:xfrm>
          <a:custGeom>
            <a:avLst/>
            <a:gdLst/>
            <a:ahLst/>
            <a:rect l="0" t="0" r="r" b="b"/>
            <a:pathLst>
              <a:path fill="none" w="93" h="95">
                <a:moveTo>
                  <a:pt x="93" y="47"/>
                </a:moveTo>
                <a:cubicBezTo>
                  <a:pt x="93" y="110"/>
                  <a:pt x="0" y="110"/>
                  <a:pt x="0" y="47"/>
                </a:cubicBezTo>
                <a:cubicBezTo>
                  <a:pt x="0" y="-16"/>
                  <a:pt x="93" y="-16"/>
                  <a:pt x="93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4657680" y="37058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4657680" y="370584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4979880" y="345816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0" y="47"/>
                </a:moveTo>
                <a:cubicBezTo>
                  <a:pt x="0" y="-16"/>
                  <a:pt x="94" y="-16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4979880" y="3458160"/>
            <a:ext cx="33840" cy="34200"/>
          </a:xfrm>
          <a:custGeom>
            <a:avLst/>
            <a:gdLst/>
            <a:ahLst/>
            <a:rect l="0" t="0" r="r" b="b"/>
            <a:pathLst>
              <a:path fill="none" w="94" h="95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6"/>
                  <a:pt x="94" y="-16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5785920" y="37051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47"/>
                </a:moveTo>
                <a:cubicBezTo>
                  <a:pt x="0" y="-15"/>
                  <a:pt x="94" y="-15"/>
                  <a:pt x="94" y="47"/>
                </a:cubicBezTo>
                <a:cubicBezTo>
                  <a:pt x="94" y="110"/>
                  <a:pt x="0" y="110"/>
                  <a:pt x="0" y="47"/>
                </a:cubicBezTo>
                <a:close/>
              </a:path>
            </a:pathLst>
          </a:custGeom>
          <a:solidFill>
            <a:srgbClr val="D1552C">
              <a:alpha val="7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5785920" y="3705120"/>
            <a:ext cx="33840" cy="33840"/>
          </a:xfrm>
          <a:custGeom>
            <a:avLst/>
            <a:gdLst/>
            <a:ahLst/>
            <a:rect l="0" t="0" r="r" b="b"/>
            <a:pathLst>
              <a:path fill="none" w="94" h="94">
                <a:moveTo>
                  <a:pt x="94" y="47"/>
                </a:moveTo>
                <a:cubicBezTo>
                  <a:pt x="94" y="110"/>
                  <a:pt x="0" y="110"/>
                  <a:pt x="0" y="47"/>
                </a:cubicBezTo>
                <a:cubicBezTo>
                  <a:pt x="0" y="-15"/>
                  <a:pt x="94" y="-15"/>
                  <a:pt x="94" y="47"/>
                </a:cubicBezTo>
              </a:path>
            </a:pathLst>
          </a:custGeom>
          <a:ln cap="rnd" w="3600">
            <a:solidFill>
              <a:srgbClr val="D1552C">
                <a:alpha val="70000"/>
              </a:srgbClr>
            </a:solidFill>
            <a:round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5400360" y="2431440"/>
            <a:ext cx="6361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16% agree on sign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6" name=""/>
          <p:cNvSpPr txBox="1"/>
          <p:nvPr/>
        </p:nvSpPr>
        <p:spPr>
          <a:xfrm>
            <a:off x="5717880" y="3299760"/>
            <a:ext cx="2793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ρ = 0.18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7" name=""/>
          <p:cNvSpPr txBox="1"/>
          <p:nvPr/>
        </p:nvSpPr>
        <p:spPr>
          <a:xfrm>
            <a:off x="5438160" y="3391200"/>
            <a:ext cx="5936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6% agree on sign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8" name=""/>
          <p:cNvSpPr txBox="1"/>
          <p:nvPr/>
        </p:nvSpPr>
        <p:spPr>
          <a:xfrm>
            <a:off x="436320" y="2164680"/>
            <a:ext cx="19728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2030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2365200" y="2164680"/>
            <a:ext cx="19728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2050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4294080" y="2164680"/>
            <a:ext cx="19728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2080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1" name=""/>
          <p:cNvSpPr txBox="1"/>
          <p:nvPr/>
        </p:nvSpPr>
        <p:spPr>
          <a:xfrm rot="5400000">
            <a:off x="5958720" y="2670120"/>
            <a:ext cx="37908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SSP2-4.5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435960" y="4148280"/>
            <a:ext cx="1802520" cy="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 flipV="1">
            <a:off x="57132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 flipV="1">
            <a:off x="78300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 flipV="1">
            <a:off x="120600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 flipV="1">
            <a:off x="162936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 flipV="1">
            <a:off x="205236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8" name=""/>
          <p:cNvSpPr txBox="1"/>
          <p:nvPr/>
        </p:nvSpPr>
        <p:spPr>
          <a:xfrm rot="5400000">
            <a:off x="5958720" y="3630240"/>
            <a:ext cx="37908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SSP5-8.5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520560" y="4178880"/>
            <a:ext cx="106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763920" y="417888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1187280" y="417888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1591200" y="4178880"/>
            <a:ext cx="853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2365200" y="4148280"/>
            <a:ext cx="1802160" cy="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 flipV="1">
            <a:off x="250020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 flipV="1">
            <a:off x="271188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 flipV="1">
            <a:off x="313488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 flipV="1">
            <a:off x="355824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 flipV="1">
            <a:off x="398160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9" name=""/>
          <p:cNvSpPr txBox="1"/>
          <p:nvPr/>
        </p:nvSpPr>
        <p:spPr>
          <a:xfrm>
            <a:off x="2014560" y="4178880"/>
            <a:ext cx="853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64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2449440" y="4178880"/>
            <a:ext cx="106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2692800" y="417888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3116160" y="417888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3520440" y="4178880"/>
            <a:ext cx="853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4294080" y="4148280"/>
            <a:ext cx="1802160" cy="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 flipV="1">
            <a:off x="442908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 flipV="1">
            <a:off x="464076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 flipV="1">
            <a:off x="506376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 flipV="1">
            <a:off x="548712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 flipV="1">
            <a:off x="5910480" y="414828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0" name=""/>
          <p:cNvSpPr txBox="1"/>
          <p:nvPr/>
        </p:nvSpPr>
        <p:spPr>
          <a:xfrm>
            <a:off x="3943440" y="4178880"/>
            <a:ext cx="853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64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1" name=""/>
          <p:cNvSpPr txBox="1"/>
          <p:nvPr/>
        </p:nvSpPr>
        <p:spPr>
          <a:xfrm>
            <a:off x="4378320" y="4178880"/>
            <a:ext cx="106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2" name=""/>
          <p:cNvSpPr txBox="1"/>
          <p:nvPr/>
        </p:nvSpPr>
        <p:spPr>
          <a:xfrm>
            <a:off x="4622040" y="417888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3" name=""/>
          <p:cNvSpPr txBox="1"/>
          <p:nvPr/>
        </p:nvSpPr>
        <p:spPr>
          <a:xfrm>
            <a:off x="5045040" y="417888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5449320" y="4178880"/>
            <a:ext cx="853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5" name=""/>
          <p:cNvSpPr/>
          <p:nvPr/>
        </p:nvSpPr>
        <p:spPr>
          <a:xfrm flipV="1">
            <a:off x="435960" y="2304000"/>
            <a:ext cx="0" cy="88416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5872320" y="4178880"/>
            <a:ext cx="853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64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7" name=""/>
          <p:cNvSpPr txBox="1"/>
          <p:nvPr/>
        </p:nvSpPr>
        <p:spPr>
          <a:xfrm>
            <a:off x="253440" y="3002760"/>
            <a:ext cx="1490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0.25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8" name=""/>
          <p:cNvSpPr txBox="1"/>
          <p:nvPr/>
        </p:nvSpPr>
        <p:spPr>
          <a:xfrm>
            <a:off x="291600" y="2846160"/>
            <a:ext cx="106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9" name=""/>
          <p:cNvSpPr txBox="1"/>
          <p:nvPr/>
        </p:nvSpPr>
        <p:spPr>
          <a:xfrm>
            <a:off x="355320" y="26892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355320" y="2532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1" name=""/>
          <p:cNvSpPr/>
          <p:nvPr/>
        </p:nvSpPr>
        <p:spPr>
          <a:xfrm>
            <a:off x="410760" y="304704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410760" y="289044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3" name=""/>
          <p:cNvSpPr/>
          <p:nvPr/>
        </p:nvSpPr>
        <p:spPr>
          <a:xfrm>
            <a:off x="410760" y="273348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4" name=""/>
          <p:cNvSpPr/>
          <p:nvPr/>
        </p:nvSpPr>
        <p:spPr>
          <a:xfrm>
            <a:off x="410760" y="257688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5" name=""/>
          <p:cNvSpPr/>
          <p:nvPr/>
        </p:nvSpPr>
        <p:spPr>
          <a:xfrm>
            <a:off x="410760" y="242028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6" name=""/>
          <p:cNvSpPr/>
          <p:nvPr/>
        </p:nvSpPr>
        <p:spPr>
          <a:xfrm flipV="1">
            <a:off x="435960" y="3264120"/>
            <a:ext cx="0" cy="88416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355320" y="23760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253440" y="3962880"/>
            <a:ext cx="1490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0.25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291600" y="3806280"/>
            <a:ext cx="106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355320" y="364932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355320" y="349272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2" name=""/>
          <p:cNvSpPr/>
          <p:nvPr/>
        </p:nvSpPr>
        <p:spPr>
          <a:xfrm>
            <a:off x="410760" y="400716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3" name=""/>
          <p:cNvSpPr/>
          <p:nvPr/>
        </p:nvSpPr>
        <p:spPr>
          <a:xfrm>
            <a:off x="410760" y="385056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4" name=""/>
          <p:cNvSpPr/>
          <p:nvPr/>
        </p:nvSpPr>
        <p:spPr>
          <a:xfrm>
            <a:off x="410760" y="369360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5" name=""/>
          <p:cNvSpPr/>
          <p:nvPr/>
        </p:nvSpPr>
        <p:spPr>
          <a:xfrm>
            <a:off x="410760" y="353700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6" name=""/>
          <p:cNvSpPr/>
          <p:nvPr/>
        </p:nvSpPr>
        <p:spPr>
          <a:xfrm>
            <a:off x="410760" y="338040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355320" y="333612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8" name=""/>
          <p:cNvSpPr txBox="1"/>
          <p:nvPr/>
        </p:nvSpPr>
        <p:spPr>
          <a:xfrm>
            <a:off x="2580480" y="4305600"/>
            <a:ext cx="129276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Mechanistic hazard ratio vs 2024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9" name=""/>
          <p:cNvSpPr txBox="1"/>
          <p:nvPr/>
        </p:nvSpPr>
        <p:spPr>
          <a:xfrm rot="16200000">
            <a:off x="-638640" y="3211920"/>
            <a:ext cx="150408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Machine-learning hazard ratio vs 2024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189720" y="1999800"/>
            <a:ext cx="196056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Beyond the training range, projections diverge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1" name=""/>
          <p:cNvSpPr txBox="1"/>
          <p:nvPr/>
        </p:nvSpPr>
        <p:spPr>
          <a:xfrm>
            <a:off x="50400" y="1948680"/>
            <a:ext cx="1011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TJ_Fig_mech_vs_ml</dc:title>
</cp:coreProperties>
</file>